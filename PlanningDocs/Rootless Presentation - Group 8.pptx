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1" r:id="rId4"/>
    <p:sldMasterId id="214748369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5143500" cx="9144000"/>
  <p:notesSz cx="6858000" cy="9144000"/>
  <p:embeddedFontLst>
    <p:embeddedFont>
      <p:font typeface="Inter"/>
      <p:regular r:id="rId37"/>
      <p:bold r:id="rId38"/>
      <p:italic r:id="rId39"/>
      <p:boldItalic r:id="rId40"/>
    </p:embeddedFont>
    <p:embeddedFont>
      <p:font typeface="Work Sans"/>
      <p:regular r:id="rId41"/>
      <p:bold r:id="rId42"/>
      <p:italic r:id="rId43"/>
      <p:boldItalic r:id="rId44"/>
    </p:embeddedFont>
    <p:embeddedFont>
      <p:font typeface="Noto Sans Symbols"/>
      <p:regular r:id="rId45"/>
      <p:bold r:id="rId46"/>
    </p:embeddedFont>
    <p:embeddedFont>
      <p:font typeface="Koulen"/>
      <p:regular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boldItalic.fntdata"/><Relationship Id="rId20" Type="http://schemas.openxmlformats.org/officeDocument/2006/relationships/slide" Target="slides/slide14.xml"/><Relationship Id="rId42" Type="http://schemas.openxmlformats.org/officeDocument/2006/relationships/font" Target="fonts/WorkSans-bold.fntdata"/><Relationship Id="rId41" Type="http://schemas.openxmlformats.org/officeDocument/2006/relationships/font" Target="fonts/WorkSans-regular.fntdata"/><Relationship Id="rId22" Type="http://schemas.openxmlformats.org/officeDocument/2006/relationships/slide" Target="slides/slide16.xml"/><Relationship Id="rId44" Type="http://schemas.openxmlformats.org/officeDocument/2006/relationships/font" Target="fonts/WorkSans-boldItalic.fntdata"/><Relationship Id="rId21" Type="http://schemas.openxmlformats.org/officeDocument/2006/relationships/slide" Target="slides/slide15.xml"/><Relationship Id="rId43" Type="http://schemas.openxmlformats.org/officeDocument/2006/relationships/font" Target="fonts/WorkSans-italic.fntdata"/><Relationship Id="rId24" Type="http://schemas.openxmlformats.org/officeDocument/2006/relationships/slide" Target="slides/slide18.xml"/><Relationship Id="rId46" Type="http://schemas.openxmlformats.org/officeDocument/2006/relationships/font" Target="fonts/NotoSansSymbols-bold.fntdata"/><Relationship Id="rId23" Type="http://schemas.openxmlformats.org/officeDocument/2006/relationships/slide" Target="slides/slide17.xml"/><Relationship Id="rId45" Type="http://schemas.openxmlformats.org/officeDocument/2006/relationships/font" Target="fonts/NotoSansSymbol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schemas.openxmlformats.org/officeDocument/2006/relationships/font" Target="fonts/Koulen-regular.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Inter-regular.fnt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Inter-italic.fntdata"/><Relationship Id="rId16" Type="http://schemas.openxmlformats.org/officeDocument/2006/relationships/slide" Target="slides/slide10.xml"/><Relationship Id="rId38" Type="http://schemas.openxmlformats.org/officeDocument/2006/relationships/font" Target="fonts/Inter-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8" name="Shape 2498"/>
        <p:cNvGrpSpPr/>
        <p:nvPr/>
      </p:nvGrpSpPr>
      <p:grpSpPr>
        <a:xfrm>
          <a:off x="0" y="0"/>
          <a:ext cx="0" cy="0"/>
          <a:chOff x="0" y="0"/>
          <a:chExt cx="0" cy="0"/>
        </a:xfrm>
      </p:grpSpPr>
      <p:sp>
        <p:nvSpPr>
          <p:cNvPr id="2499" name="Google Shape;2499;g3d4df2ec106_1_2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g3d4df2ec106_1_24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7" name="Shape 2537"/>
        <p:cNvGrpSpPr/>
        <p:nvPr/>
      </p:nvGrpSpPr>
      <p:grpSpPr>
        <a:xfrm>
          <a:off x="0" y="0"/>
          <a:ext cx="0" cy="0"/>
          <a:chOff x="0" y="0"/>
          <a:chExt cx="0" cy="0"/>
        </a:xfrm>
      </p:grpSpPr>
      <p:sp>
        <p:nvSpPr>
          <p:cNvPr id="2538" name="Google Shape;2538;g3d4df2ec106_1_2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g3d4df2ec106_1_249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3" name="Shape 2543"/>
        <p:cNvGrpSpPr/>
        <p:nvPr/>
      </p:nvGrpSpPr>
      <p:grpSpPr>
        <a:xfrm>
          <a:off x="0" y="0"/>
          <a:ext cx="0" cy="0"/>
          <a:chOff x="0" y="0"/>
          <a:chExt cx="0" cy="0"/>
        </a:xfrm>
      </p:grpSpPr>
      <p:sp>
        <p:nvSpPr>
          <p:cNvPr id="2544" name="Google Shape;2544;g3d4df2ec106_1_2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g3d4df2ec106_1_249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6" name="Shape 2556"/>
        <p:cNvGrpSpPr/>
        <p:nvPr/>
      </p:nvGrpSpPr>
      <p:grpSpPr>
        <a:xfrm>
          <a:off x="0" y="0"/>
          <a:ext cx="0" cy="0"/>
          <a:chOff x="0" y="0"/>
          <a:chExt cx="0" cy="0"/>
        </a:xfrm>
      </p:grpSpPr>
      <p:sp>
        <p:nvSpPr>
          <p:cNvPr id="2557" name="Google Shape;2557;g396f434390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g396f4343908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2" name="Shape 2562"/>
        <p:cNvGrpSpPr/>
        <p:nvPr/>
      </p:nvGrpSpPr>
      <p:grpSpPr>
        <a:xfrm>
          <a:off x="0" y="0"/>
          <a:ext cx="0" cy="0"/>
          <a:chOff x="0" y="0"/>
          <a:chExt cx="0" cy="0"/>
        </a:xfrm>
      </p:grpSpPr>
      <p:sp>
        <p:nvSpPr>
          <p:cNvPr id="2563" name="Google Shape;2563;g3d59ccae6d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g3d59ccae6d6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0" name="Shape 2570"/>
        <p:cNvGrpSpPr/>
        <p:nvPr/>
      </p:nvGrpSpPr>
      <p:grpSpPr>
        <a:xfrm>
          <a:off x="0" y="0"/>
          <a:ext cx="0" cy="0"/>
          <a:chOff x="0" y="0"/>
          <a:chExt cx="0" cy="0"/>
        </a:xfrm>
      </p:grpSpPr>
      <p:sp>
        <p:nvSpPr>
          <p:cNvPr id="2571" name="Google Shape;2571;g3d55aa6fc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g3d55aa6fc3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9" name="Shape 2579"/>
        <p:cNvGrpSpPr/>
        <p:nvPr/>
      </p:nvGrpSpPr>
      <p:grpSpPr>
        <a:xfrm>
          <a:off x="0" y="0"/>
          <a:ext cx="0" cy="0"/>
          <a:chOff x="0" y="0"/>
          <a:chExt cx="0" cy="0"/>
        </a:xfrm>
      </p:grpSpPr>
      <p:sp>
        <p:nvSpPr>
          <p:cNvPr id="2580" name="Google Shape;2580;g3d58a2ae60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g3d58a2ae60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6" name="Shape 2586"/>
        <p:cNvGrpSpPr/>
        <p:nvPr/>
      </p:nvGrpSpPr>
      <p:grpSpPr>
        <a:xfrm>
          <a:off x="0" y="0"/>
          <a:ext cx="0" cy="0"/>
          <a:chOff x="0" y="0"/>
          <a:chExt cx="0" cy="0"/>
        </a:xfrm>
      </p:grpSpPr>
      <p:sp>
        <p:nvSpPr>
          <p:cNvPr id="2587" name="Google Shape;2587;g3d55aa6fc34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g3d55aa6fc34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4" name="Shape 2594"/>
        <p:cNvGrpSpPr/>
        <p:nvPr/>
      </p:nvGrpSpPr>
      <p:grpSpPr>
        <a:xfrm>
          <a:off x="0" y="0"/>
          <a:ext cx="0" cy="0"/>
          <a:chOff x="0" y="0"/>
          <a:chExt cx="0" cy="0"/>
        </a:xfrm>
      </p:grpSpPr>
      <p:sp>
        <p:nvSpPr>
          <p:cNvPr id="2595" name="Google Shape;2595;g3d59ccae6d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g3d59ccae6d6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3" name="Shape 2603"/>
        <p:cNvGrpSpPr/>
        <p:nvPr/>
      </p:nvGrpSpPr>
      <p:grpSpPr>
        <a:xfrm>
          <a:off x="0" y="0"/>
          <a:ext cx="0" cy="0"/>
          <a:chOff x="0" y="0"/>
          <a:chExt cx="0" cy="0"/>
        </a:xfrm>
      </p:grpSpPr>
      <p:sp>
        <p:nvSpPr>
          <p:cNvPr id="2604" name="Google Shape;2604;g3d58a2ae60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g3d58a2ae60b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1" name="Shape 2611"/>
        <p:cNvGrpSpPr/>
        <p:nvPr/>
      </p:nvGrpSpPr>
      <p:grpSpPr>
        <a:xfrm>
          <a:off x="0" y="0"/>
          <a:ext cx="0" cy="0"/>
          <a:chOff x="0" y="0"/>
          <a:chExt cx="0" cy="0"/>
        </a:xfrm>
      </p:grpSpPr>
      <p:sp>
        <p:nvSpPr>
          <p:cNvPr id="2612" name="Google Shape;2612;g3ddf7fadc4d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g3ddf7fadc4d_1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8" name="Shape 2618"/>
        <p:cNvGrpSpPr/>
        <p:nvPr/>
      </p:nvGrpSpPr>
      <p:grpSpPr>
        <a:xfrm>
          <a:off x="0" y="0"/>
          <a:ext cx="0" cy="0"/>
          <a:chOff x="0" y="0"/>
          <a:chExt cx="0" cy="0"/>
        </a:xfrm>
      </p:grpSpPr>
      <p:sp>
        <p:nvSpPr>
          <p:cNvPr id="2619" name="Google Shape;2619;g3d58f9b4ac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g3d58f9b4ac3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7" name="Shape 2627"/>
        <p:cNvGrpSpPr/>
        <p:nvPr/>
      </p:nvGrpSpPr>
      <p:grpSpPr>
        <a:xfrm>
          <a:off x="0" y="0"/>
          <a:ext cx="0" cy="0"/>
          <a:chOff x="0" y="0"/>
          <a:chExt cx="0" cy="0"/>
        </a:xfrm>
      </p:grpSpPr>
      <p:sp>
        <p:nvSpPr>
          <p:cNvPr id="2628" name="Google Shape;2628;g3d58f9b4ac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g3d58f9b4ac3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4" name="Shape 2634"/>
        <p:cNvGrpSpPr/>
        <p:nvPr/>
      </p:nvGrpSpPr>
      <p:grpSpPr>
        <a:xfrm>
          <a:off x="0" y="0"/>
          <a:ext cx="0" cy="0"/>
          <a:chOff x="0" y="0"/>
          <a:chExt cx="0" cy="0"/>
        </a:xfrm>
      </p:grpSpPr>
      <p:sp>
        <p:nvSpPr>
          <p:cNvPr id="2635" name="Google Shape;2635;g3ddf7fadc4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g3ddf7fadc4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0" name="Shape 2640"/>
        <p:cNvGrpSpPr/>
        <p:nvPr/>
      </p:nvGrpSpPr>
      <p:grpSpPr>
        <a:xfrm>
          <a:off x="0" y="0"/>
          <a:ext cx="0" cy="0"/>
          <a:chOff x="0" y="0"/>
          <a:chExt cx="0" cy="0"/>
        </a:xfrm>
      </p:grpSpPr>
      <p:sp>
        <p:nvSpPr>
          <p:cNvPr id="2641" name="Google Shape;2641;g3d58f9b4ac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g3d58f9b4ac3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9" name="Shape 2649"/>
        <p:cNvGrpSpPr/>
        <p:nvPr/>
      </p:nvGrpSpPr>
      <p:grpSpPr>
        <a:xfrm>
          <a:off x="0" y="0"/>
          <a:ext cx="0" cy="0"/>
          <a:chOff x="0" y="0"/>
          <a:chExt cx="0" cy="0"/>
        </a:xfrm>
      </p:grpSpPr>
      <p:sp>
        <p:nvSpPr>
          <p:cNvPr id="2650" name="Google Shape;2650;g3d58f9b4ac3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g3d58f9b4ac3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6" name="Shape 2656"/>
        <p:cNvGrpSpPr/>
        <p:nvPr/>
      </p:nvGrpSpPr>
      <p:grpSpPr>
        <a:xfrm>
          <a:off x="0" y="0"/>
          <a:ext cx="0" cy="0"/>
          <a:chOff x="0" y="0"/>
          <a:chExt cx="0" cy="0"/>
        </a:xfrm>
      </p:grpSpPr>
      <p:sp>
        <p:nvSpPr>
          <p:cNvPr id="2657" name="Google Shape;2657;g3d58c92553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This is the primary entry point into the Country System and serves as the gateway through which registered users begin exploring destination countries on the platform.</a:t>
            </a:r>
            <a:endParaRPr/>
          </a:p>
          <a:p>
            <a:pPr indent="0" lvl="0" marL="0" rtl="0" algn="l">
              <a:lnSpc>
                <a:spcPct val="115000"/>
              </a:lnSpc>
              <a:spcBef>
                <a:spcPts val="1200"/>
              </a:spcBef>
              <a:spcAft>
                <a:spcPts val="0"/>
              </a:spcAft>
              <a:buClr>
                <a:schemeClr val="dk1"/>
              </a:buClr>
              <a:buSzPts val="1100"/>
              <a:buFont typeface="Arial"/>
              <a:buNone/>
            </a:pPr>
            <a:r>
              <a:rPr lang="en"/>
              <a:t>The primary actor is the Registered User One important design decision worth noting here is that we require users to create an account before accessing any content. This means browsing countries is gated behind registration, which ensures every experience on Rootless is personalized from the start.</a:t>
            </a:r>
            <a:endParaRPr/>
          </a:p>
          <a:p>
            <a:pPr indent="0" lvl="0" marL="0" rtl="0" algn="l">
              <a:spcBef>
                <a:spcPts val="1200"/>
              </a:spcBef>
              <a:spcAft>
                <a:spcPts val="0"/>
              </a:spcAft>
              <a:buNone/>
            </a:pPr>
            <a:r>
              <a:rPr lang="en"/>
              <a:t>For this use case to begin, the registered user must be logged in with a verified account. We also assume that the Country and Visa Database has at least one destination available, that the platform's backend services are operational, and that the user's device meets our minimum compatibility requirements.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success, the registered user can see available destinations and select one to explore further. On failure, the user is clearly informed that data is unavailable and no misleading information is presented.</a:t>
            </a:r>
            <a:endParaRPr/>
          </a:p>
        </p:txBody>
      </p:sp>
      <p:sp>
        <p:nvSpPr>
          <p:cNvPr id="2658" name="Google Shape;2658;g3d58c92553c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3" name="Shape 2663"/>
        <p:cNvGrpSpPr/>
        <p:nvPr/>
      </p:nvGrpSpPr>
      <p:grpSpPr>
        <a:xfrm>
          <a:off x="0" y="0"/>
          <a:ext cx="0" cy="0"/>
          <a:chOff x="0" y="0"/>
          <a:chExt cx="0" cy="0"/>
        </a:xfrm>
      </p:grpSpPr>
      <p:sp>
        <p:nvSpPr>
          <p:cNvPr id="2664" name="Google Shape;2664;g3d58c92553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Once on the country explorer page, the registered user can browse the full list of destination countries. From this view they can apply filters to narrow results — for example filtering by visa-free travel, which cross-references their passport country against the database, or filtering by minimum length of stay such as over 30 days. Multiple filters can be applied at the same time and results refresh in real time. Search by country name, another use case also extends from this use case since searching happens within the browsing context.</a:t>
            </a:r>
            <a:endParaRPr/>
          </a:p>
        </p:txBody>
      </p:sp>
      <p:sp>
        <p:nvSpPr>
          <p:cNvPr id="2665" name="Google Shape;2665;g3d58c92553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4" name="Shape 2674"/>
        <p:cNvGrpSpPr/>
        <p:nvPr/>
      </p:nvGrpSpPr>
      <p:grpSpPr>
        <a:xfrm>
          <a:off x="0" y="0"/>
          <a:ext cx="0" cy="0"/>
          <a:chOff x="0" y="0"/>
          <a:chExt cx="0" cy="0"/>
        </a:xfrm>
      </p:grpSpPr>
      <p:sp>
        <p:nvSpPr>
          <p:cNvPr id="2675" name="Google Shape;2675;g3d58c92553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Looking at the activity diagram, there are two swimlanes — Registered User on the left and System on the right.</a:t>
            </a:r>
            <a:endParaRPr/>
          </a:p>
          <a:p>
            <a:pPr indent="0" lvl="0" marL="0" rtl="0" algn="l">
              <a:lnSpc>
                <a:spcPct val="115000"/>
              </a:lnSpc>
              <a:spcBef>
                <a:spcPts val="1200"/>
              </a:spcBef>
              <a:spcAft>
                <a:spcPts val="0"/>
              </a:spcAft>
              <a:buClr>
                <a:schemeClr val="dk1"/>
              </a:buClr>
              <a:buSzPts val="1100"/>
              <a:buFont typeface="Arial"/>
              <a:buNone/>
            </a:pPr>
            <a:r>
              <a:rPr lang="en"/>
              <a:t>In the sunny day scenario, the user navigates to the explorer, the system queries the database and displays the country list, the user scrolls and selects a destination, and the system responds with that country's visa types, requirements, fees, and notices. The flow ends at the success postcondition.</a:t>
            </a:r>
            <a:endParaRPr/>
          </a:p>
          <a:p>
            <a:pPr indent="0" lvl="0" marL="0" rtl="0" algn="l">
              <a:lnSpc>
                <a:spcPct val="115000"/>
              </a:lnSpc>
              <a:spcBef>
                <a:spcPts val="1200"/>
              </a:spcBef>
              <a:spcAft>
                <a:spcPts val="1200"/>
              </a:spcAft>
              <a:buNone/>
            </a:pPr>
            <a:r>
              <a:rPr lang="en"/>
              <a:t>In the rainy day scenario, the branch happens at the decision node in the system swimlane. If the database is unavailable, the flow takes the exception path to the left — the system displays an error message, prompts the user to try again later, and the use case ends at the failure postcondition. No partial or stale data is shown without a warning.</a:t>
            </a:r>
            <a:endParaRPr/>
          </a:p>
        </p:txBody>
      </p:sp>
      <p:sp>
        <p:nvSpPr>
          <p:cNvPr id="2676" name="Google Shape;2676;g3d58c92553c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1" name="Shape 2681"/>
        <p:cNvGrpSpPr/>
        <p:nvPr/>
      </p:nvGrpSpPr>
      <p:grpSpPr>
        <a:xfrm>
          <a:off x="0" y="0"/>
          <a:ext cx="0" cy="0"/>
          <a:chOff x="0" y="0"/>
          <a:chExt cx="0" cy="0"/>
        </a:xfrm>
      </p:grpSpPr>
      <p:sp>
        <p:nvSpPr>
          <p:cNvPr id="2682" name="Google Shape;2682;g3d58c92553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This is the </a:t>
            </a:r>
            <a:r>
              <a:rPr lang="en"/>
              <a:t>Update Notices by Country Use Case. This is an admin-facing use case that sits on the other side of what users see in country browsing. When a registered user selects a destination and sees current notices for that country, those notices exist because an admin has created and maintained them. The two use cases are directly connected.</a:t>
            </a:r>
            <a:endParaRPr/>
          </a:p>
          <a:p>
            <a:pPr indent="0" lvl="0" marL="0" rtl="0" algn="l">
              <a:lnSpc>
                <a:spcPct val="115000"/>
              </a:lnSpc>
              <a:spcBef>
                <a:spcPts val="1200"/>
              </a:spcBef>
              <a:spcAft>
                <a:spcPts val="0"/>
              </a:spcAft>
              <a:buNone/>
            </a:pPr>
            <a:r>
              <a:rPr lang="en"/>
              <a:t>The primary actor is the Admin. Also included are the notices system/database and the notification service, the database stores the notices and the notification service pushes alerts out to affected registered users.</a:t>
            </a:r>
            <a:endParaRPr/>
          </a:p>
          <a:p>
            <a:pPr indent="0" lvl="0" marL="0" rtl="0" algn="l">
              <a:lnSpc>
                <a:spcPct val="115000"/>
              </a:lnSpc>
              <a:spcBef>
                <a:spcPts val="1200"/>
              </a:spcBef>
              <a:spcAft>
                <a:spcPts val="0"/>
              </a:spcAft>
              <a:buNone/>
            </a:pPr>
            <a:r>
              <a:rPr lang="en"/>
              <a:t>The admin must be logged into the admin interface. We also assume the admin has verified the notice content against a reliable official source before publishing, and that affected registered users have active notification channels so the Notification Service can reach them. Expiry dates are optional — notices without one remain in the database until the admin manually removes them.</a:t>
            </a:r>
            <a:endParaRPr/>
          </a:p>
          <a:p>
            <a:pPr indent="0" lvl="0" marL="0" rtl="0" algn="l">
              <a:lnSpc>
                <a:spcPct val="115000"/>
              </a:lnSpc>
              <a:spcBef>
                <a:spcPts val="1200"/>
              </a:spcBef>
              <a:spcAft>
                <a:spcPts val="1200"/>
              </a:spcAft>
              <a:buNone/>
            </a:pPr>
            <a:r>
              <a:rPr lang="en"/>
              <a:t>On success, the notice is live in the Notices Database and all affected registered users have been notified. On failure, the publish is blocked, no incomplete notice is saved, and the admin is prompted to correct the issue.</a:t>
            </a:r>
            <a:endParaRPr/>
          </a:p>
        </p:txBody>
      </p:sp>
      <p:sp>
        <p:nvSpPr>
          <p:cNvPr id="2683" name="Google Shape;2683;g3d58c92553c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8" name="Shape 2688"/>
        <p:cNvGrpSpPr/>
        <p:nvPr/>
      </p:nvGrpSpPr>
      <p:grpSpPr>
        <a:xfrm>
          <a:off x="0" y="0"/>
          <a:ext cx="0" cy="0"/>
          <a:chOff x="0" y="0"/>
          <a:chExt cx="0" cy="0"/>
        </a:xfrm>
      </p:grpSpPr>
      <p:sp>
        <p:nvSpPr>
          <p:cNvPr id="2689" name="Google Shape;2689;g3d58c92553c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admin navigates to the notices management section, selects a target country, creates a new notice, and enters the body, type, publication date, and optional expiry. The admin then confirms and publishes, which triggers the system to validate the notice body before saving.</a:t>
            </a:r>
            <a:endParaRPr/>
          </a:p>
        </p:txBody>
      </p:sp>
      <p:sp>
        <p:nvSpPr>
          <p:cNvPr id="2690" name="Google Shape;2690;g3d58c92553c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7" name="Shape 2697"/>
        <p:cNvGrpSpPr/>
        <p:nvPr/>
      </p:nvGrpSpPr>
      <p:grpSpPr>
        <a:xfrm>
          <a:off x="0" y="0"/>
          <a:ext cx="0" cy="0"/>
          <a:chOff x="0" y="0"/>
          <a:chExt cx="0" cy="0"/>
        </a:xfrm>
      </p:grpSpPr>
      <p:sp>
        <p:nvSpPr>
          <p:cNvPr id="2698" name="Google Shape;2698;g3d58c92553c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This activity diagrams uses three swimlanes — Admin on the left, System in the middle, and Notification Service on the right.</a:t>
            </a:r>
            <a:endParaRPr/>
          </a:p>
          <a:p>
            <a:pPr indent="0" lvl="0" marL="0" rtl="0" algn="l">
              <a:lnSpc>
                <a:spcPct val="115000"/>
              </a:lnSpc>
              <a:spcBef>
                <a:spcPts val="1200"/>
              </a:spcBef>
              <a:spcAft>
                <a:spcPts val="0"/>
              </a:spcAft>
              <a:buClr>
                <a:schemeClr val="dk1"/>
              </a:buClr>
              <a:buSzPts val="1100"/>
              <a:buFont typeface="Arial"/>
              <a:buNone/>
            </a:pPr>
            <a:r>
              <a:rPr lang="en"/>
              <a:t>In the sunny day scenario the admin completes all fields and confirms. The decision node in the system swimlane asks whether the body is valid. Since the body is not empty the answer is yes and the flow continues downward. The system saves the notice to the Notices Database and control crosses right into the Notification Service swimlane, where notifications are sent to all registered users who have that country saved in their profile. The use case ends at the success postcondition.</a:t>
            </a:r>
            <a:endParaRPr/>
          </a:p>
          <a:p>
            <a:pPr indent="0" lvl="0" marL="0" rtl="0" algn="l">
              <a:lnSpc>
                <a:spcPct val="115000"/>
              </a:lnSpc>
              <a:spcBef>
                <a:spcPts val="1200"/>
              </a:spcBef>
              <a:spcAft>
                <a:spcPts val="0"/>
              </a:spcAft>
              <a:buClr>
                <a:schemeClr val="dk1"/>
              </a:buClr>
              <a:buSzPts val="1100"/>
              <a:buFont typeface="Arial"/>
              <a:buNone/>
            </a:pPr>
            <a:r>
              <a:rPr lang="en"/>
              <a:t>In the rainy day scenario the admin leaves the notice body empty and attempts to publish. The decision node returns no, and the flow routes right along the outer margin of the diagram, dropping down past all the sunny day content before crossing back into the error handling steps. The system prevents publishing and highlights the empty field. The admin enters the body and republishes. The use case ends at the failure postcondition. This is a recoverable error — the admin can fix it within the same session without starting over.</a:t>
            </a:r>
            <a:endParaRPr/>
          </a:p>
          <a:p>
            <a:pPr indent="0" lvl="0" marL="0" rtl="0" algn="l">
              <a:spcBef>
                <a:spcPts val="1200"/>
              </a:spcBef>
              <a:spcAft>
                <a:spcPts val="0"/>
              </a:spcAft>
              <a:buNone/>
            </a:pPr>
            <a:r>
              <a:t/>
            </a:r>
            <a:endParaRPr/>
          </a:p>
        </p:txBody>
      </p:sp>
      <p:sp>
        <p:nvSpPr>
          <p:cNvPr id="2699" name="Google Shape;2699;g3d58c92553c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3" name="Shape 2703"/>
        <p:cNvGrpSpPr/>
        <p:nvPr/>
      </p:nvGrpSpPr>
      <p:grpSpPr>
        <a:xfrm>
          <a:off x="0" y="0"/>
          <a:ext cx="0" cy="0"/>
          <a:chOff x="0" y="0"/>
          <a:chExt cx="0" cy="0"/>
        </a:xfrm>
      </p:grpSpPr>
      <p:sp>
        <p:nvSpPr>
          <p:cNvPr id="2704" name="Google Shape;2704;g3d58f9b4ac3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g3d58f9b4ac3_1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0" name="Shape 2710"/>
        <p:cNvGrpSpPr/>
        <p:nvPr/>
      </p:nvGrpSpPr>
      <p:grpSpPr>
        <a:xfrm>
          <a:off x="0" y="0"/>
          <a:ext cx="0" cy="0"/>
          <a:chOff x="0" y="0"/>
          <a:chExt cx="0" cy="0"/>
        </a:xfrm>
      </p:grpSpPr>
      <p:sp>
        <p:nvSpPr>
          <p:cNvPr id="2711" name="Google Shape;2711;g3d58f9b4ac3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g3d58f9b4ac3_1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9" name="Shape 2719"/>
        <p:cNvGrpSpPr/>
        <p:nvPr/>
      </p:nvGrpSpPr>
      <p:grpSpPr>
        <a:xfrm>
          <a:off x="0" y="0"/>
          <a:ext cx="0" cy="0"/>
          <a:chOff x="0" y="0"/>
          <a:chExt cx="0" cy="0"/>
        </a:xfrm>
      </p:grpSpPr>
      <p:sp>
        <p:nvSpPr>
          <p:cNvPr id="2720" name="Google Shape;2720;g3d58f9b4ac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g3d58f9b4ac3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6" name="Shape 2726"/>
        <p:cNvGrpSpPr/>
        <p:nvPr/>
      </p:nvGrpSpPr>
      <p:grpSpPr>
        <a:xfrm>
          <a:off x="0" y="0"/>
          <a:ext cx="0" cy="0"/>
          <a:chOff x="0" y="0"/>
          <a:chExt cx="0" cy="0"/>
        </a:xfrm>
      </p:grpSpPr>
      <p:sp>
        <p:nvSpPr>
          <p:cNvPr id="2727" name="Google Shape;2727;g3d58f9b4ac3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g3d58f9b4ac3_1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3" name="Shape 2733"/>
        <p:cNvGrpSpPr/>
        <p:nvPr/>
      </p:nvGrpSpPr>
      <p:grpSpPr>
        <a:xfrm>
          <a:off x="0" y="0"/>
          <a:ext cx="0" cy="0"/>
          <a:chOff x="0" y="0"/>
          <a:chExt cx="0" cy="0"/>
        </a:xfrm>
      </p:grpSpPr>
      <p:sp>
        <p:nvSpPr>
          <p:cNvPr id="2734" name="Google Shape;2734;g3d58f9b4ac3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g3d58f9b4ac3_1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2" name="Shape 2742"/>
        <p:cNvGrpSpPr/>
        <p:nvPr/>
      </p:nvGrpSpPr>
      <p:grpSpPr>
        <a:xfrm>
          <a:off x="0" y="0"/>
          <a:ext cx="0" cy="0"/>
          <a:chOff x="0" y="0"/>
          <a:chExt cx="0" cy="0"/>
        </a:xfrm>
      </p:grpSpPr>
      <p:sp>
        <p:nvSpPr>
          <p:cNvPr id="2743" name="Google Shape;2743;g3d58f9b4ac3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g3d58f9b4ac3_1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9" name="Shape 2749"/>
        <p:cNvGrpSpPr/>
        <p:nvPr/>
      </p:nvGrpSpPr>
      <p:grpSpPr>
        <a:xfrm>
          <a:off x="0" y="0"/>
          <a:ext cx="0" cy="0"/>
          <a:chOff x="0" y="0"/>
          <a:chExt cx="0" cy="0"/>
        </a:xfrm>
      </p:grpSpPr>
      <p:sp>
        <p:nvSpPr>
          <p:cNvPr id="2750" name="Google Shape;2750;g3d4df2ec106_1_2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g3d4df2ec106_1_25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6" name="Shape 2756"/>
        <p:cNvGrpSpPr/>
        <p:nvPr/>
      </p:nvGrpSpPr>
      <p:grpSpPr>
        <a:xfrm>
          <a:off x="0" y="0"/>
          <a:ext cx="0" cy="0"/>
          <a:chOff x="0" y="0"/>
          <a:chExt cx="0" cy="0"/>
        </a:xfrm>
      </p:grpSpPr>
      <p:sp>
        <p:nvSpPr>
          <p:cNvPr id="2757" name="Google Shape;2757;g396f4343908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g396f4343908_0_1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accent4"/>
        </a:solidFill>
      </p:bgPr>
    </p:bg>
    <p:spTree>
      <p:nvGrpSpPr>
        <p:cNvPr id="51" name="Shape 51"/>
        <p:cNvGrpSpPr/>
        <p:nvPr/>
      </p:nvGrpSpPr>
      <p:grpSpPr>
        <a:xfrm>
          <a:off x="0" y="0"/>
          <a:ext cx="0" cy="0"/>
          <a:chOff x="0" y="0"/>
          <a:chExt cx="0" cy="0"/>
        </a:xfrm>
      </p:grpSpPr>
      <p:sp>
        <p:nvSpPr>
          <p:cNvPr id="52" name="Google Shape;52;p14"/>
          <p:cNvSpPr/>
          <p:nvPr/>
        </p:nvSpPr>
        <p:spPr>
          <a:xfrm>
            <a:off x="2472480" y="-4788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3" name="Google Shape;53;p14"/>
          <p:cNvSpPr/>
          <p:nvPr/>
        </p:nvSpPr>
        <p:spPr>
          <a:xfrm rot="-5400000">
            <a:off x="664668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4" name="Google Shape;54;p14"/>
          <p:cNvSpPr/>
          <p:nvPr/>
        </p:nvSpPr>
        <p:spPr>
          <a:xfrm flipH="1">
            <a:off x="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55" name="Google Shape;55;p14"/>
          <p:cNvGrpSpPr/>
          <p:nvPr/>
        </p:nvGrpSpPr>
        <p:grpSpPr>
          <a:xfrm>
            <a:off x="-615240" y="4249800"/>
            <a:ext cx="1362600" cy="1458360"/>
            <a:chOff x="-615240" y="4249800"/>
            <a:chExt cx="1362600" cy="1458360"/>
          </a:xfrm>
        </p:grpSpPr>
        <p:sp>
          <p:nvSpPr>
            <p:cNvPr id="56" name="Google Shape;56;p14"/>
            <p:cNvSpPr/>
            <p:nvPr/>
          </p:nvSpPr>
          <p:spPr>
            <a:xfrm flipH="1" rot="10800000">
              <a:off x="-455040" y="4496400"/>
              <a:ext cx="1202400" cy="121176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7" name="Google Shape;57;p14"/>
            <p:cNvSpPr/>
            <p:nvPr/>
          </p:nvSpPr>
          <p:spPr>
            <a:xfrm flipH="1" rot="10800000">
              <a:off x="-455040" y="4861080"/>
              <a:ext cx="1202400" cy="84636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58" name="Google Shape;58;p14"/>
            <p:cNvSpPr/>
            <p:nvPr/>
          </p:nvSpPr>
          <p:spPr>
            <a:xfrm flipH="1" rot="10800000">
              <a:off x="-24840" y="5448600"/>
              <a:ext cx="128880" cy="11628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9" name="Google Shape;59;p14"/>
            <p:cNvSpPr/>
            <p:nvPr/>
          </p:nvSpPr>
          <p:spPr>
            <a:xfrm flipH="1" rot="10800000">
              <a:off x="-8280" y="4768560"/>
              <a:ext cx="494640" cy="53316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0" name="Google Shape;60;p14"/>
            <p:cNvSpPr/>
            <p:nvPr/>
          </p:nvSpPr>
          <p:spPr>
            <a:xfrm flipH="1" rot="10800000">
              <a:off x="158760" y="4831200"/>
              <a:ext cx="395640" cy="42516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1" name="Google Shape;61;p14"/>
            <p:cNvSpPr/>
            <p:nvPr/>
          </p:nvSpPr>
          <p:spPr>
            <a:xfrm flipH="1" rot="10800000">
              <a:off x="490680" y="4893120"/>
              <a:ext cx="131400" cy="13716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2" name="Google Shape;62;p14"/>
            <p:cNvSpPr/>
            <p:nvPr/>
          </p:nvSpPr>
          <p:spPr>
            <a:xfrm flipH="1" rot="10800000">
              <a:off x="365400" y="5029560"/>
              <a:ext cx="131400" cy="13716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3" name="Google Shape;63;p14"/>
            <p:cNvSpPr/>
            <p:nvPr/>
          </p:nvSpPr>
          <p:spPr>
            <a:xfrm flipH="1" rot="10800000">
              <a:off x="-614880" y="4249800"/>
              <a:ext cx="1213200" cy="8881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64" name="Google Shape;64;p14"/>
            <p:cNvSpPr/>
            <p:nvPr/>
          </p:nvSpPr>
          <p:spPr>
            <a:xfrm flipH="1" rot="10800000">
              <a:off x="-615240" y="4471200"/>
              <a:ext cx="1213200" cy="66744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65" name="Google Shape;65;p14"/>
            <p:cNvSpPr/>
            <p:nvPr/>
          </p:nvSpPr>
          <p:spPr>
            <a:xfrm flipH="1" rot="10800000">
              <a:off x="-578880" y="4421520"/>
              <a:ext cx="1096560" cy="36072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6" name="Google Shape;66;p14"/>
            <p:cNvSpPr/>
            <p:nvPr/>
          </p:nvSpPr>
          <p:spPr>
            <a:xfrm flipH="1" rot="10800000">
              <a:off x="-183600" y="4601160"/>
              <a:ext cx="672480" cy="20304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7" name="Google Shape;67;p14"/>
            <p:cNvSpPr/>
            <p:nvPr/>
          </p:nvSpPr>
          <p:spPr>
            <a:xfrm flipH="1" rot="10800000">
              <a:off x="-19800" y="4691160"/>
              <a:ext cx="529920" cy="16920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84600" lIns="91425" spcFirstLastPara="1" rIns="91425" wrap="square" tIns="84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8" name="Google Shape;68;p14"/>
            <p:cNvSpPr/>
            <p:nvPr/>
          </p:nvSpPr>
          <p:spPr>
            <a:xfrm flipH="1" rot="10800000">
              <a:off x="-410400" y="4939200"/>
              <a:ext cx="127800" cy="11628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69" name="Google Shape;69;p14"/>
          <p:cNvGrpSpPr/>
          <p:nvPr/>
        </p:nvGrpSpPr>
        <p:grpSpPr>
          <a:xfrm>
            <a:off x="-1086151" y="-993879"/>
            <a:ext cx="2097330" cy="2173819"/>
            <a:chOff x="-1086151" y="-993879"/>
            <a:chExt cx="2097330" cy="2173819"/>
          </a:xfrm>
        </p:grpSpPr>
        <p:sp>
          <p:nvSpPr>
            <p:cNvPr id="70" name="Google Shape;70;p14"/>
            <p:cNvSpPr/>
            <p:nvPr/>
          </p:nvSpPr>
          <p:spPr>
            <a:xfrm rot="4047000">
              <a:off x="-1090800" y="-3092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1" name="Google Shape;71;p14"/>
            <p:cNvSpPr/>
            <p:nvPr/>
          </p:nvSpPr>
          <p:spPr>
            <a:xfrm rot="4047000">
              <a:off x="-1090800" y="-3092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72" name="Google Shape;72;p14"/>
            <p:cNvSpPr/>
            <p:nvPr/>
          </p:nvSpPr>
          <p:spPr>
            <a:xfrm rot="4047000">
              <a:off x="-791280" y="-318960"/>
              <a:ext cx="1450800" cy="66096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3" name="Google Shape;73;p14"/>
            <p:cNvSpPr/>
            <p:nvPr/>
          </p:nvSpPr>
          <p:spPr>
            <a:xfrm rot="4047000">
              <a:off x="-478440" y="19080"/>
              <a:ext cx="971280" cy="4334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4" name="Google Shape;74;p14"/>
            <p:cNvSpPr/>
            <p:nvPr/>
          </p:nvSpPr>
          <p:spPr>
            <a:xfrm rot="4047000">
              <a:off x="-527400" y="64080"/>
              <a:ext cx="897840" cy="403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5" name="Google Shape;75;p14"/>
            <p:cNvSpPr/>
            <p:nvPr/>
          </p:nvSpPr>
          <p:spPr>
            <a:xfrm rot="4047000">
              <a:off x="-577440" y="109440"/>
              <a:ext cx="830520" cy="37548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6" name="Google Shape;76;p14"/>
            <p:cNvSpPr/>
            <p:nvPr/>
          </p:nvSpPr>
          <p:spPr>
            <a:xfrm rot="4047000">
              <a:off x="-681480" y="193680"/>
              <a:ext cx="493920" cy="23652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7" name="Google Shape;77;p14"/>
            <p:cNvSpPr/>
            <p:nvPr/>
          </p:nvSpPr>
          <p:spPr>
            <a:xfrm rot="4047000">
              <a:off x="-252000" y="536040"/>
              <a:ext cx="195840" cy="11340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56875" lIns="91425" spcFirstLastPara="1" rIns="91425" wrap="square" tIns="568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8" name="Google Shape;78;p14"/>
            <p:cNvSpPr/>
            <p:nvPr/>
          </p:nvSpPr>
          <p:spPr>
            <a:xfrm rot="4047000">
              <a:off x="-637200" y="149760"/>
              <a:ext cx="493920" cy="23652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9" name="Google Shape;79;p14"/>
            <p:cNvSpPr/>
            <p:nvPr/>
          </p:nvSpPr>
          <p:spPr>
            <a:xfrm rot="4047000">
              <a:off x="-778680" y="-323640"/>
              <a:ext cx="320040" cy="16488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0" name="Google Shape;80;p14"/>
            <p:cNvSpPr/>
            <p:nvPr/>
          </p:nvSpPr>
          <p:spPr>
            <a:xfrm rot="4047000">
              <a:off x="-734760" y="-367560"/>
              <a:ext cx="320040" cy="16452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1" name="Google Shape;81;p14"/>
            <p:cNvSpPr/>
            <p:nvPr/>
          </p:nvSpPr>
          <p:spPr>
            <a:xfrm rot="4047000">
              <a:off x="-16920" y="645120"/>
              <a:ext cx="178920" cy="18216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91075" lIns="91425" spcFirstLastPara="1" rIns="91425" wrap="square" tIns="910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2" name="Google Shape;82;p14"/>
            <p:cNvSpPr/>
            <p:nvPr/>
          </p:nvSpPr>
          <p:spPr>
            <a:xfrm rot="4047000">
              <a:off x="96840" y="776520"/>
              <a:ext cx="11160" cy="104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3" name="Google Shape;83;p14"/>
            <p:cNvSpPr/>
            <p:nvPr/>
          </p:nvSpPr>
          <p:spPr>
            <a:xfrm rot="4047000">
              <a:off x="79560" y="798840"/>
              <a:ext cx="11160" cy="104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4" name="Google Shape;84;p14"/>
            <p:cNvSpPr/>
            <p:nvPr/>
          </p:nvSpPr>
          <p:spPr>
            <a:xfrm rot="4047000">
              <a:off x="99360" y="698400"/>
              <a:ext cx="8280" cy="900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5" name="Google Shape;85;p14"/>
            <p:cNvSpPr/>
            <p:nvPr/>
          </p:nvSpPr>
          <p:spPr>
            <a:xfrm rot="4047000">
              <a:off x="87120" y="673200"/>
              <a:ext cx="8280" cy="900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6" name="Google Shape;86;p14"/>
            <p:cNvSpPr/>
            <p:nvPr/>
          </p:nvSpPr>
          <p:spPr>
            <a:xfrm rot="4047000">
              <a:off x="-883080" y="-260640"/>
              <a:ext cx="284400" cy="28440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7" name="Google Shape;87;p14"/>
            <p:cNvSpPr/>
            <p:nvPr/>
          </p:nvSpPr>
          <p:spPr>
            <a:xfrm rot="4047000">
              <a:off x="-646200" y="-745920"/>
              <a:ext cx="1381320" cy="151992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8" name="Google Shape;88;p14"/>
            <p:cNvSpPr/>
            <p:nvPr/>
          </p:nvSpPr>
          <p:spPr>
            <a:xfrm rot="4047000">
              <a:off x="-398160" y="-90396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9" name="Google Shape;89;p14"/>
            <p:cNvSpPr/>
            <p:nvPr/>
          </p:nvSpPr>
          <p:spPr>
            <a:xfrm rot="4047000">
              <a:off x="-41760" y="-525960"/>
              <a:ext cx="689400" cy="82512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0" name="Google Shape;90;p14"/>
            <p:cNvSpPr/>
            <p:nvPr/>
          </p:nvSpPr>
          <p:spPr>
            <a:xfrm rot="4047000">
              <a:off x="-78480" y="-428400"/>
              <a:ext cx="638640" cy="76356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1" name="Google Shape;91;p14"/>
            <p:cNvSpPr/>
            <p:nvPr/>
          </p:nvSpPr>
          <p:spPr>
            <a:xfrm rot="4047000">
              <a:off x="-113760" y="-332640"/>
              <a:ext cx="592560" cy="70740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2" name="Google Shape;92;p14"/>
            <p:cNvSpPr/>
            <p:nvPr/>
          </p:nvSpPr>
          <p:spPr>
            <a:xfrm rot="4047000">
              <a:off x="-231120" y="-51120"/>
              <a:ext cx="361080" cy="42588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3" name="Google Shape;93;p14"/>
            <p:cNvSpPr/>
            <p:nvPr/>
          </p:nvSpPr>
          <p:spPr>
            <a:xfrm rot="4047000">
              <a:off x="251280" y="188640"/>
              <a:ext cx="156600" cy="17712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88550" lIns="91425" spcFirstLastPara="1" rIns="91425" wrap="square" tIns="885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4" name="Google Shape;94;p14"/>
            <p:cNvSpPr/>
            <p:nvPr/>
          </p:nvSpPr>
          <p:spPr>
            <a:xfrm rot="4047000">
              <a:off x="-213120" y="-110520"/>
              <a:ext cx="361080" cy="42588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5" name="Google Shape;95;p14"/>
            <p:cNvSpPr/>
            <p:nvPr/>
          </p:nvSpPr>
          <p:spPr>
            <a:xfrm rot="4047000">
              <a:off x="-594360" y="-379440"/>
              <a:ext cx="241560" cy="28080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6" name="Google Shape;96;p14"/>
            <p:cNvSpPr/>
            <p:nvPr/>
          </p:nvSpPr>
          <p:spPr>
            <a:xfrm rot="4047000">
              <a:off x="-576360" y="-438840"/>
              <a:ext cx="241560" cy="28080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7" name="Google Shape;97;p14"/>
            <p:cNvSpPr/>
            <p:nvPr/>
          </p:nvSpPr>
          <p:spPr>
            <a:xfrm rot="4047000">
              <a:off x="509760" y="203760"/>
              <a:ext cx="198360" cy="18972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8" name="Google Shape;98;p14"/>
            <p:cNvSpPr/>
            <p:nvPr/>
          </p:nvSpPr>
          <p:spPr>
            <a:xfrm rot="4047000">
              <a:off x="639000" y="316800"/>
              <a:ext cx="10800" cy="104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9" name="Google Shape;99;p14"/>
            <p:cNvSpPr/>
            <p:nvPr/>
          </p:nvSpPr>
          <p:spPr>
            <a:xfrm rot="4047000">
              <a:off x="634320" y="345240"/>
              <a:ext cx="11160" cy="104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0" name="Google Shape;100;p14"/>
            <p:cNvSpPr/>
            <p:nvPr/>
          </p:nvSpPr>
          <p:spPr>
            <a:xfrm rot="4047000">
              <a:off x="603720" y="246240"/>
              <a:ext cx="10800" cy="104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1" name="Google Shape;101;p14"/>
            <p:cNvSpPr/>
            <p:nvPr/>
          </p:nvSpPr>
          <p:spPr>
            <a:xfrm rot="4047000">
              <a:off x="580680" y="230040"/>
              <a:ext cx="10800" cy="104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2" name="Google Shape;102;p14"/>
            <p:cNvSpPr/>
            <p:nvPr/>
          </p:nvSpPr>
          <p:spPr>
            <a:xfrm rot="4047000">
              <a:off x="-677520" y="-226440"/>
              <a:ext cx="306720" cy="30672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3" name="Google Shape;103;p14"/>
            <p:cNvSpPr/>
            <p:nvPr/>
          </p:nvSpPr>
          <p:spPr>
            <a:xfrm rot="4047000">
              <a:off x="-398160" y="-90396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104" name="Google Shape;104;p14"/>
          <p:cNvGrpSpPr/>
          <p:nvPr/>
        </p:nvGrpSpPr>
        <p:grpSpPr>
          <a:xfrm>
            <a:off x="8077580" y="3534680"/>
            <a:ext cx="2194040" cy="2097604"/>
            <a:chOff x="8077580" y="3534680"/>
            <a:chExt cx="2194040" cy="2097604"/>
          </a:xfrm>
        </p:grpSpPr>
        <p:sp>
          <p:nvSpPr>
            <p:cNvPr id="105" name="Google Shape;105;p14"/>
            <p:cNvSpPr/>
            <p:nvPr/>
          </p:nvSpPr>
          <p:spPr>
            <a:xfrm rot="1992000">
              <a:off x="8316000" y="3891960"/>
              <a:ext cx="1717200" cy="138276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06" name="Google Shape;106;p14"/>
            <p:cNvSpPr/>
            <p:nvPr/>
          </p:nvSpPr>
          <p:spPr>
            <a:xfrm rot="1992000">
              <a:off x="8439840" y="454968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07" name="Google Shape;107;p14"/>
            <p:cNvSpPr/>
            <p:nvPr/>
          </p:nvSpPr>
          <p:spPr>
            <a:xfrm rot="1992000">
              <a:off x="8499600" y="437904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08" name="Google Shape;108;p14"/>
            <p:cNvSpPr/>
            <p:nvPr/>
          </p:nvSpPr>
          <p:spPr>
            <a:xfrm rot="1992000">
              <a:off x="8560800" y="42055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09" name="Google Shape;109;p14"/>
            <p:cNvSpPr/>
            <p:nvPr/>
          </p:nvSpPr>
          <p:spPr>
            <a:xfrm rot="1992000">
              <a:off x="8618400" y="403776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0" name="Google Shape;110;p14"/>
            <p:cNvSpPr/>
            <p:nvPr/>
          </p:nvSpPr>
          <p:spPr>
            <a:xfrm rot="1992000">
              <a:off x="8380440" y="47203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1" name="Google Shape;111;p14"/>
            <p:cNvSpPr/>
            <p:nvPr/>
          </p:nvSpPr>
          <p:spPr>
            <a:xfrm rot="1992000">
              <a:off x="8495640" y="3945960"/>
              <a:ext cx="1521000" cy="138276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2" name="Google Shape;112;p14"/>
            <p:cNvSpPr/>
            <p:nvPr/>
          </p:nvSpPr>
          <p:spPr>
            <a:xfrm rot="1992000">
              <a:off x="9181080" y="3882600"/>
              <a:ext cx="432000" cy="1249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62625" lIns="91425" spcFirstLastPara="1" rIns="91425" wrap="square" tIns="626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3" name="Google Shape;113;p14"/>
            <p:cNvSpPr/>
            <p:nvPr/>
          </p:nvSpPr>
          <p:spPr>
            <a:xfrm rot="1992000">
              <a:off x="9099000" y="3829680"/>
              <a:ext cx="567000" cy="31068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4" name="Google Shape;114;p14"/>
            <p:cNvSpPr/>
            <p:nvPr/>
          </p:nvSpPr>
          <p:spPr>
            <a:xfrm rot="1992000">
              <a:off x="9101880" y="3957120"/>
              <a:ext cx="50400" cy="2520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5" name="Google Shape;115;p14"/>
            <p:cNvSpPr/>
            <p:nvPr/>
          </p:nvSpPr>
          <p:spPr>
            <a:xfrm rot="1992000">
              <a:off x="9568800" y="4114440"/>
              <a:ext cx="50400" cy="2520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6" name="Google Shape;116;p14"/>
            <p:cNvSpPr/>
            <p:nvPr/>
          </p:nvSpPr>
          <p:spPr>
            <a:xfrm rot="1992000">
              <a:off x="9471240" y="4203360"/>
              <a:ext cx="364680" cy="1081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7" name="Google Shape;117;p14"/>
            <p:cNvSpPr/>
            <p:nvPr/>
          </p:nvSpPr>
          <p:spPr>
            <a:xfrm rot="1992000">
              <a:off x="9635760" y="4733640"/>
              <a:ext cx="32400" cy="3024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8" name="Google Shape;118;p14"/>
            <p:cNvSpPr/>
            <p:nvPr/>
          </p:nvSpPr>
          <p:spPr>
            <a:xfrm rot="1992000">
              <a:off x="9546840" y="4619160"/>
              <a:ext cx="213840" cy="2498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19" name="Google Shape;119;p14"/>
            <p:cNvSpPr/>
            <p:nvPr/>
          </p:nvSpPr>
          <p:spPr>
            <a:xfrm rot="1992000">
              <a:off x="9564480" y="4831920"/>
              <a:ext cx="104400" cy="3636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20" name="Google Shape;120;p14"/>
            <p:cNvSpPr/>
            <p:nvPr/>
          </p:nvSpPr>
          <p:spPr>
            <a:xfrm rot="1992000">
              <a:off x="8511840" y="3881520"/>
              <a:ext cx="365040" cy="1081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21" name="Google Shape;121;p14"/>
            <p:cNvSpPr/>
            <p:nvPr/>
          </p:nvSpPr>
          <p:spPr>
            <a:xfrm rot="1992000">
              <a:off x="8676720" y="4411800"/>
              <a:ext cx="32400" cy="3024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22" name="Google Shape;122;p14"/>
            <p:cNvSpPr/>
            <p:nvPr/>
          </p:nvSpPr>
          <p:spPr>
            <a:xfrm rot="1992000">
              <a:off x="8587440" y="4297320"/>
              <a:ext cx="213840" cy="24984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23" name="Google Shape;123;p14"/>
            <p:cNvSpPr/>
            <p:nvPr/>
          </p:nvSpPr>
          <p:spPr>
            <a:xfrm rot="1992000">
              <a:off x="8605440" y="4510080"/>
              <a:ext cx="104400" cy="3636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24" name="Google Shape;124;p14"/>
            <p:cNvSpPr/>
            <p:nvPr/>
          </p:nvSpPr>
          <p:spPr>
            <a:xfrm rot="1992000">
              <a:off x="9078120" y="3966120"/>
              <a:ext cx="90360" cy="381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25" name="Google Shape;125;p14"/>
            <p:cNvSpPr/>
            <p:nvPr/>
          </p:nvSpPr>
          <p:spPr>
            <a:xfrm rot="1992000">
              <a:off x="9078120" y="3965040"/>
              <a:ext cx="90720" cy="3168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26" name="Google Shape;126;p14"/>
            <p:cNvSpPr/>
            <p:nvPr/>
          </p:nvSpPr>
          <p:spPr>
            <a:xfrm rot="1992000">
              <a:off x="9545040" y="4122720"/>
              <a:ext cx="90360" cy="3816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27" name="Google Shape;127;p14"/>
            <p:cNvSpPr/>
            <p:nvPr/>
          </p:nvSpPr>
          <p:spPr>
            <a:xfrm rot="1992000">
              <a:off x="9545040" y="4121640"/>
              <a:ext cx="90720" cy="3168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128" name="Google Shape;128;p14"/>
          <p:cNvSpPr txBox="1"/>
          <p:nvPr>
            <p:ph type="title"/>
          </p:nvPr>
        </p:nvSpPr>
        <p:spPr>
          <a:xfrm>
            <a:off x="726120" y="1112760"/>
            <a:ext cx="4771080" cy="215352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9" name="Google Shape;129;p14"/>
          <p:cNvSpPr/>
          <p:nvPr/>
        </p:nvSpPr>
        <p:spPr>
          <a:xfrm>
            <a:off x="1300680" y="26100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30" name="Google Shape;130;p14"/>
          <p:cNvSpPr/>
          <p:nvPr/>
        </p:nvSpPr>
        <p:spPr>
          <a:xfrm>
            <a:off x="8840520" y="190692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31" name="Google Shape;131;p14"/>
          <p:cNvSpPr/>
          <p:nvPr/>
        </p:nvSpPr>
        <p:spPr>
          <a:xfrm>
            <a:off x="192960" y="175428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32" name="Google Shape;132;p14"/>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bg>
      <p:bgPr>
        <a:solidFill>
          <a:schemeClr val="accent4"/>
        </a:solidFill>
      </p:bgPr>
    </p:bg>
    <p:spTree>
      <p:nvGrpSpPr>
        <p:cNvPr id="133" name="Shape 133"/>
        <p:cNvGrpSpPr/>
        <p:nvPr/>
      </p:nvGrpSpPr>
      <p:grpSpPr>
        <a:xfrm>
          <a:off x="0" y="0"/>
          <a:ext cx="0" cy="0"/>
          <a:chOff x="0" y="0"/>
          <a:chExt cx="0" cy="0"/>
        </a:xfrm>
      </p:grpSpPr>
      <p:sp>
        <p:nvSpPr>
          <p:cNvPr id="134" name="Google Shape;134;p15"/>
          <p:cNvSpPr/>
          <p:nvPr/>
        </p:nvSpPr>
        <p:spPr>
          <a:xfrm flipH="1" rot="10800000">
            <a:off x="2215800" y="401544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5" name="Google Shape;135;p15"/>
          <p:cNvSpPr/>
          <p:nvPr/>
        </p:nvSpPr>
        <p:spPr>
          <a:xfrm flipH="1" rot="-5400000">
            <a:off x="6647040" y="-27000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6" name="Google Shape;136;p15"/>
          <p:cNvSpPr/>
          <p:nvPr/>
        </p:nvSpPr>
        <p:spPr>
          <a:xfrm rot="10800000">
            <a:off x="360" y="36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7" name="Google Shape;137;p15"/>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8" name="Google Shape;138;p15"/>
          <p:cNvSpPr txBox="1"/>
          <p:nvPr>
            <p:ph idx="1" type="body"/>
          </p:nvPr>
        </p:nvSpPr>
        <p:spPr>
          <a:xfrm>
            <a:off x="720000" y="1116720"/>
            <a:ext cx="7703640" cy="39312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grpSp>
        <p:nvGrpSpPr>
          <p:cNvPr id="139" name="Google Shape;139;p15"/>
          <p:cNvGrpSpPr/>
          <p:nvPr/>
        </p:nvGrpSpPr>
        <p:grpSpPr>
          <a:xfrm>
            <a:off x="-285015" y="4246745"/>
            <a:ext cx="1481438" cy="1371949"/>
            <a:chOff x="-285015" y="4246745"/>
            <a:chExt cx="1481438" cy="1371949"/>
          </a:xfrm>
        </p:grpSpPr>
        <p:sp>
          <p:nvSpPr>
            <p:cNvPr id="140" name="Google Shape;140;p15"/>
            <p:cNvSpPr/>
            <p:nvPr/>
          </p:nvSpPr>
          <p:spPr>
            <a:xfrm rot="-4376400">
              <a:off x="-73800" y="4320720"/>
              <a:ext cx="1059480" cy="122400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41" name="Google Shape;141;p15"/>
            <p:cNvSpPr/>
            <p:nvPr/>
          </p:nvSpPr>
          <p:spPr>
            <a:xfrm rot="-4376400">
              <a:off x="-26280" y="4509360"/>
              <a:ext cx="756720" cy="109980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42" name="Google Shape;142;p15"/>
            <p:cNvSpPr/>
            <p:nvPr/>
          </p:nvSpPr>
          <p:spPr>
            <a:xfrm rot="-4376400">
              <a:off x="7560" y="4676040"/>
              <a:ext cx="497160" cy="97956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43" name="Google Shape;143;p15"/>
            <p:cNvSpPr/>
            <p:nvPr/>
          </p:nvSpPr>
          <p:spPr>
            <a:xfrm rot="-4376400">
              <a:off x="366840" y="4898520"/>
              <a:ext cx="444240" cy="22644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44" name="Google Shape;144;p15"/>
            <p:cNvSpPr/>
            <p:nvPr/>
          </p:nvSpPr>
          <p:spPr>
            <a:xfrm rot="-4376400">
              <a:off x="418680" y="4945320"/>
              <a:ext cx="444240" cy="22644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45" name="Google Shape;145;p15"/>
            <p:cNvSpPr/>
            <p:nvPr/>
          </p:nvSpPr>
          <p:spPr>
            <a:xfrm rot="-4376400">
              <a:off x="470520" y="4991760"/>
              <a:ext cx="444240" cy="22644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46" name="Google Shape;146;p15"/>
            <p:cNvSpPr/>
            <p:nvPr/>
          </p:nvSpPr>
          <p:spPr>
            <a:xfrm rot="-4376400">
              <a:off x="191160" y="4658400"/>
              <a:ext cx="369720" cy="32436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47" name="Google Shape;147;p15"/>
            <p:cNvSpPr/>
            <p:nvPr/>
          </p:nvSpPr>
          <p:spPr>
            <a:xfrm rot="-4376400">
              <a:off x="262800" y="4777200"/>
              <a:ext cx="281880" cy="13968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48" name="Google Shape;148;p15"/>
            <p:cNvSpPr/>
            <p:nvPr/>
          </p:nvSpPr>
          <p:spPr>
            <a:xfrm rot="-4376400">
              <a:off x="270000" y="4719600"/>
              <a:ext cx="146880" cy="27756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49" name="Google Shape;149;p15"/>
            <p:cNvSpPr/>
            <p:nvPr/>
          </p:nvSpPr>
          <p:spPr>
            <a:xfrm rot="-4376400">
              <a:off x="208800" y="4725360"/>
              <a:ext cx="281880" cy="13968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50" name="Google Shape;150;p15"/>
            <p:cNvSpPr/>
            <p:nvPr/>
          </p:nvSpPr>
          <p:spPr>
            <a:xfrm rot="-4376400">
              <a:off x="336240" y="4645440"/>
              <a:ext cx="146880" cy="27792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51" name="Google Shape;151;p15"/>
            <p:cNvSpPr/>
            <p:nvPr/>
          </p:nvSpPr>
          <p:spPr>
            <a:xfrm rot="-4376400">
              <a:off x="304920" y="4677120"/>
              <a:ext cx="143280" cy="28728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52" name="Google Shape;152;p15"/>
            <p:cNvSpPr/>
            <p:nvPr/>
          </p:nvSpPr>
          <p:spPr>
            <a:xfrm rot="-4376400">
              <a:off x="232200" y="4749120"/>
              <a:ext cx="287280" cy="14328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1625" lIns="91425" spcFirstLastPara="1" rIns="91425" wrap="square" tIns="71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53" name="Google Shape;153;p15"/>
            <p:cNvSpPr/>
            <p:nvPr/>
          </p:nvSpPr>
          <p:spPr>
            <a:xfrm rot="-4376400">
              <a:off x="-238320" y="4455000"/>
              <a:ext cx="600120" cy="26928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154" name="Google Shape;154;p15"/>
          <p:cNvGrpSpPr/>
          <p:nvPr/>
        </p:nvGrpSpPr>
        <p:grpSpPr>
          <a:xfrm>
            <a:off x="8166298" y="4166332"/>
            <a:ext cx="1425013" cy="1421859"/>
            <a:chOff x="8166298" y="4166332"/>
            <a:chExt cx="1425013" cy="1421859"/>
          </a:xfrm>
        </p:grpSpPr>
        <p:sp>
          <p:nvSpPr>
            <p:cNvPr id="155" name="Google Shape;155;p15"/>
            <p:cNvSpPr/>
            <p:nvPr/>
          </p:nvSpPr>
          <p:spPr>
            <a:xfrm rot="818400">
              <a:off x="8456400" y="4272840"/>
              <a:ext cx="1027080" cy="103500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56" name="Google Shape;156;p15"/>
            <p:cNvSpPr/>
            <p:nvPr/>
          </p:nvSpPr>
          <p:spPr>
            <a:xfrm rot="818400">
              <a:off x="8493480" y="4277520"/>
              <a:ext cx="1027080" cy="72288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57" name="Google Shape;157;p15"/>
            <p:cNvSpPr/>
            <p:nvPr/>
          </p:nvSpPr>
          <p:spPr>
            <a:xfrm rot="818400">
              <a:off x="8908200" y="4383000"/>
              <a:ext cx="110160" cy="9936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49675" lIns="91425" spcFirstLastPara="1" rIns="91425" wrap="square" tIns="49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58" name="Google Shape;158;p15"/>
            <p:cNvSpPr/>
            <p:nvPr/>
          </p:nvSpPr>
          <p:spPr>
            <a:xfrm rot="818400">
              <a:off x="8822520" y="4636800"/>
              <a:ext cx="422640" cy="45540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59" name="Google Shape;159;p15"/>
            <p:cNvSpPr/>
            <p:nvPr/>
          </p:nvSpPr>
          <p:spPr>
            <a:xfrm rot="818400">
              <a:off x="8964000" y="4699440"/>
              <a:ext cx="338040" cy="36288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60" name="Google Shape;160;p15"/>
            <p:cNvSpPr/>
            <p:nvPr/>
          </p:nvSpPr>
          <p:spPr>
            <a:xfrm rot="818400">
              <a:off x="9226440" y="4930560"/>
              <a:ext cx="112320" cy="11700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58675" lIns="91425" spcFirstLastPara="1" rIns="91425" wrap="square" tIns="58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61" name="Google Shape;161;p15"/>
            <p:cNvSpPr/>
            <p:nvPr/>
          </p:nvSpPr>
          <p:spPr>
            <a:xfrm rot="818400">
              <a:off x="9150120" y="4792320"/>
              <a:ext cx="112320" cy="11700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58675" lIns="91425" spcFirstLastPara="1" rIns="91425" wrap="square" tIns="58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62" name="Google Shape;162;p15"/>
            <p:cNvSpPr/>
            <p:nvPr/>
          </p:nvSpPr>
          <p:spPr>
            <a:xfrm rot="818400">
              <a:off x="8241120" y="4718160"/>
              <a:ext cx="1036440" cy="7585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63" name="Google Shape;163;p15"/>
            <p:cNvSpPr/>
            <p:nvPr/>
          </p:nvSpPr>
          <p:spPr>
            <a:xfrm rot="818400">
              <a:off x="8263440" y="4721040"/>
              <a:ext cx="1036440" cy="57024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64" name="Google Shape;164;p15"/>
            <p:cNvSpPr/>
            <p:nvPr/>
          </p:nvSpPr>
          <p:spPr>
            <a:xfrm rot="818400">
              <a:off x="8254440" y="5015880"/>
              <a:ext cx="936720" cy="30816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65" name="Google Shape;165;p15"/>
            <p:cNvSpPr/>
            <p:nvPr/>
          </p:nvSpPr>
          <p:spPr>
            <a:xfrm rot="818400">
              <a:off x="8607240" y="5036760"/>
              <a:ext cx="574200" cy="17316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86750" lIns="91425" spcFirstLastPara="1" rIns="91425" wrap="square" tIns="867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66" name="Google Shape;166;p15"/>
            <p:cNvSpPr/>
            <p:nvPr/>
          </p:nvSpPr>
          <p:spPr>
            <a:xfrm rot="818400">
              <a:off x="8759880" y="5009040"/>
              <a:ext cx="452520" cy="14436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72350" lIns="91425" spcFirstLastPara="1" rIns="91425" wrap="square" tIns="723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67" name="Google Shape;167;p15"/>
            <p:cNvSpPr/>
            <p:nvPr/>
          </p:nvSpPr>
          <p:spPr>
            <a:xfrm rot="818400">
              <a:off x="8485920" y="4727880"/>
              <a:ext cx="109080" cy="9936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49675" lIns="91425" spcFirstLastPara="1" rIns="91425" wrap="square" tIns="49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168" name="Google Shape;168;p15"/>
          <p:cNvGrpSpPr/>
          <p:nvPr/>
        </p:nvGrpSpPr>
        <p:grpSpPr>
          <a:xfrm>
            <a:off x="-314677" y="-580772"/>
            <a:ext cx="1424233" cy="1395545"/>
            <a:chOff x="-314677" y="-580772"/>
            <a:chExt cx="1424233" cy="1395545"/>
          </a:xfrm>
        </p:grpSpPr>
        <p:sp>
          <p:nvSpPr>
            <p:cNvPr id="169" name="Google Shape;169;p15"/>
            <p:cNvSpPr/>
            <p:nvPr/>
          </p:nvSpPr>
          <p:spPr>
            <a:xfrm rot="-1297200">
              <a:off x="-158400" y="-413280"/>
              <a:ext cx="1111680" cy="106056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70" name="Google Shape;170;p15"/>
            <p:cNvSpPr/>
            <p:nvPr/>
          </p:nvSpPr>
          <p:spPr>
            <a:xfrm rot="-1297200">
              <a:off x="-118440" y="-357840"/>
              <a:ext cx="1030680" cy="94752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71" name="Google Shape;171;p15"/>
            <p:cNvSpPr/>
            <p:nvPr/>
          </p:nvSpPr>
          <p:spPr>
            <a:xfrm rot="-1297200">
              <a:off x="170280" y="-270720"/>
              <a:ext cx="446040" cy="76716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72" name="Google Shape;172;p15"/>
            <p:cNvSpPr/>
            <p:nvPr/>
          </p:nvSpPr>
          <p:spPr>
            <a:xfrm rot="-1297200">
              <a:off x="-98280" y="-251280"/>
              <a:ext cx="1013400" cy="84060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73" name="Google Shape;173;p15"/>
            <p:cNvSpPr/>
            <p:nvPr/>
          </p:nvSpPr>
          <p:spPr>
            <a:xfrm rot="-1297200">
              <a:off x="80280" y="-360"/>
              <a:ext cx="47160" cy="8136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74" name="Google Shape;174;p15"/>
            <p:cNvSpPr/>
            <p:nvPr/>
          </p:nvSpPr>
          <p:spPr>
            <a:xfrm rot="-1297200">
              <a:off x="122400" y="81720"/>
              <a:ext cx="21600" cy="720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75" name="Google Shape;175;p15"/>
            <p:cNvSpPr/>
            <p:nvPr/>
          </p:nvSpPr>
          <p:spPr>
            <a:xfrm rot="-1297200">
              <a:off x="649800" y="28080"/>
              <a:ext cx="47160" cy="8136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76" name="Google Shape;176;p15"/>
            <p:cNvSpPr/>
            <p:nvPr/>
          </p:nvSpPr>
          <p:spPr>
            <a:xfrm rot="-1297200">
              <a:off x="691560" y="110520"/>
              <a:ext cx="21600" cy="720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77" name="Google Shape;177;p15"/>
            <p:cNvSpPr/>
            <p:nvPr/>
          </p:nvSpPr>
          <p:spPr>
            <a:xfrm rot="-1297200">
              <a:off x="191520" y="487080"/>
              <a:ext cx="47160" cy="8136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78" name="Google Shape;178;p15"/>
            <p:cNvSpPr/>
            <p:nvPr/>
          </p:nvSpPr>
          <p:spPr>
            <a:xfrm rot="-1297200">
              <a:off x="233280" y="569520"/>
              <a:ext cx="21600" cy="720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sp>
        <p:nvSpPr>
          <p:cNvPr id="179" name="Google Shape;179;p15"/>
          <p:cNvSpPr/>
          <p:nvPr/>
        </p:nvSpPr>
        <p:spPr>
          <a:xfrm flipH="1" rot="1714200">
            <a:off x="5380920" y="-880920"/>
            <a:ext cx="2227320" cy="13377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80" name="Google Shape;180;p15"/>
          <p:cNvSpPr/>
          <p:nvPr/>
        </p:nvSpPr>
        <p:spPr>
          <a:xfrm flipH="1" rot="-9131400">
            <a:off x="1692720" y="4651560"/>
            <a:ext cx="2226960" cy="133740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81" name="Google Shape;181;p15"/>
          <p:cNvSpPr/>
          <p:nvPr/>
        </p:nvSpPr>
        <p:spPr>
          <a:xfrm>
            <a:off x="203760" y="111672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82" name="Google Shape;182;p15"/>
          <p:cNvSpPr/>
          <p:nvPr/>
        </p:nvSpPr>
        <p:spPr>
          <a:xfrm>
            <a:off x="8823960" y="390456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nvGrpSpPr>
          <p:cNvPr id="183" name="Google Shape;183;p15"/>
          <p:cNvGrpSpPr/>
          <p:nvPr/>
        </p:nvGrpSpPr>
        <p:grpSpPr>
          <a:xfrm>
            <a:off x="165960" y="3563640"/>
            <a:ext cx="261720" cy="531360"/>
            <a:chOff x="165960" y="3563640"/>
            <a:chExt cx="261720" cy="531360"/>
          </a:xfrm>
        </p:grpSpPr>
        <p:sp>
          <p:nvSpPr>
            <p:cNvPr id="184" name="Google Shape;184;p15"/>
            <p:cNvSpPr/>
            <p:nvPr/>
          </p:nvSpPr>
          <p:spPr>
            <a:xfrm>
              <a:off x="165960" y="356364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85" name="Google Shape;185;p15"/>
            <p:cNvSpPr/>
            <p:nvPr/>
          </p:nvSpPr>
          <p:spPr>
            <a:xfrm>
              <a:off x="238320" y="405900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86" name="Google Shape;186;p15"/>
            <p:cNvSpPr/>
            <p:nvPr/>
          </p:nvSpPr>
          <p:spPr>
            <a:xfrm>
              <a:off x="286560" y="356364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187" name="Google Shape;187;p15"/>
          <p:cNvGrpSpPr/>
          <p:nvPr/>
        </p:nvGrpSpPr>
        <p:grpSpPr>
          <a:xfrm>
            <a:off x="8719920" y="984240"/>
            <a:ext cx="261720" cy="531360"/>
            <a:chOff x="8719920" y="984240"/>
            <a:chExt cx="261720" cy="531360"/>
          </a:xfrm>
        </p:grpSpPr>
        <p:sp>
          <p:nvSpPr>
            <p:cNvPr id="188" name="Google Shape;188;p15"/>
            <p:cNvSpPr/>
            <p:nvPr/>
          </p:nvSpPr>
          <p:spPr>
            <a:xfrm>
              <a:off x="8719920" y="98424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89" name="Google Shape;189;p15"/>
            <p:cNvSpPr/>
            <p:nvPr/>
          </p:nvSpPr>
          <p:spPr>
            <a:xfrm>
              <a:off x="8792280" y="147960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90" name="Google Shape;190;p15"/>
            <p:cNvSpPr/>
            <p:nvPr/>
          </p:nvSpPr>
          <p:spPr>
            <a:xfrm>
              <a:off x="8840520" y="98424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191" name="Google Shape;191;p15"/>
          <p:cNvGrpSpPr/>
          <p:nvPr/>
        </p:nvGrpSpPr>
        <p:grpSpPr>
          <a:xfrm>
            <a:off x="8382240" y="-342720"/>
            <a:ext cx="993240" cy="919080"/>
            <a:chOff x="8382240" y="-342720"/>
            <a:chExt cx="993240" cy="919080"/>
          </a:xfrm>
        </p:grpSpPr>
        <p:sp>
          <p:nvSpPr>
            <p:cNvPr id="192" name="Google Shape;192;p15"/>
            <p:cNvSpPr/>
            <p:nvPr/>
          </p:nvSpPr>
          <p:spPr>
            <a:xfrm>
              <a:off x="8382240" y="-342720"/>
              <a:ext cx="993240" cy="91908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93" name="Google Shape;193;p15"/>
            <p:cNvSpPr/>
            <p:nvPr/>
          </p:nvSpPr>
          <p:spPr>
            <a:xfrm>
              <a:off x="8521200" y="-78480"/>
              <a:ext cx="753480" cy="58140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94" name="Google Shape;194;p15"/>
            <p:cNvSpPr/>
            <p:nvPr/>
          </p:nvSpPr>
          <p:spPr>
            <a:xfrm>
              <a:off x="8509680" y="-228240"/>
              <a:ext cx="680040" cy="5670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95" name="Google Shape;195;p15"/>
            <p:cNvSpPr/>
            <p:nvPr/>
          </p:nvSpPr>
          <p:spPr>
            <a:xfrm>
              <a:off x="8837280" y="-45720"/>
              <a:ext cx="142560" cy="21564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96" name="Google Shape;196;p15"/>
            <p:cNvSpPr/>
            <p:nvPr/>
          </p:nvSpPr>
          <p:spPr>
            <a:xfrm>
              <a:off x="8838360" y="131760"/>
              <a:ext cx="72360" cy="2440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97" name="Google Shape;197;p15"/>
            <p:cNvSpPr/>
            <p:nvPr/>
          </p:nvSpPr>
          <p:spPr>
            <a:xfrm>
              <a:off x="8851320" y="144000"/>
              <a:ext cx="15480" cy="136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6825" lIns="91425" spcFirstLastPara="1" rIns="91425" wrap="square" tIns="6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98" name="Google Shape;198;p15"/>
            <p:cNvSpPr/>
            <p:nvPr/>
          </p:nvSpPr>
          <p:spPr>
            <a:xfrm>
              <a:off x="8521200" y="-78480"/>
              <a:ext cx="753480" cy="58140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99" name="Google Shape;199;p15"/>
            <p:cNvSpPr/>
            <p:nvPr/>
          </p:nvSpPr>
          <p:spPr>
            <a:xfrm>
              <a:off x="8541360" y="-195480"/>
              <a:ext cx="698040" cy="66600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0" type="blank">
  <p:cSld name="BLANK">
    <p:bg>
      <p:bgPr>
        <a:solidFill>
          <a:schemeClr val="accent4"/>
        </a:solidFill>
      </p:bgPr>
    </p:bg>
    <p:spTree>
      <p:nvGrpSpPr>
        <p:cNvPr id="200" name="Shape 200"/>
        <p:cNvGrpSpPr/>
        <p:nvPr/>
      </p:nvGrpSpPr>
      <p:grpSpPr>
        <a:xfrm>
          <a:off x="0" y="0"/>
          <a:ext cx="0" cy="0"/>
          <a:chOff x="0" y="0"/>
          <a:chExt cx="0" cy="0"/>
        </a:xfrm>
      </p:grpSpPr>
      <p:sp>
        <p:nvSpPr>
          <p:cNvPr id="201" name="Google Shape;201;p16"/>
          <p:cNvSpPr txBox="1"/>
          <p:nvPr>
            <p:ph type="title"/>
          </p:nvPr>
        </p:nvSpPr>
        <p:spPr>
          <a:xfrm>
            <a:off x="4532040" y="884520"/>
            <a:ext cx="4071600" cy="191592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02" name="Google Shape;202;p16"/>
          <p:cNvSpPr/>
          <p:nvPr/>
        </p:nvSpPr>
        <p:spPr>
          <a:xfrm>
            <a:off x="1509480" y="0"/>
            <a:ext cx="1816200" cy="57240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3" name="Google Shape;203;p16"/>
          <p:cNvSpPr/>
          <p:nvPr/>
        </p:nvSpPr>
        <p:spPr>
          <a:xfrm flipH="1" rot="-1243800">
            <a:off x="-277560" y="20520"/>
            <a:ext cx="3112560" cy="186948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4" name="Google Shape;204;p16"/>
          <p:cNvSpPr/>
          <p:nvPr/>
        </p:nvSpPr>
        <p:spPr>
          <a:xfrm rot="10800000">
            <a:off x="4401000" y="4456800"/>
            <a:ext cx="2178720" cy="68652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5" name="Google Shape;205;p16"/>
          <p:cNvSpPr/>
          <p:nvPr/>
        </p:nvSpPr>
        <p:spPr>
          <a:xfrm flipH="1" rot="-5400000">
            <a:off x="6651000" y="-27000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6" name="Google Shape;206;p16"/>
          <p:cNvSpPr/>
          <p:nvPr/>
        </p:nvSpPr>
        <p:spPr>
          <a:xfrm flipH="1">
            <a:off x="3960" y="23806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7" name="Google Shape;207;p16"/>
          <p:cNvSpPr txBox="1"/>
          <p:nvPr>
            <p:ph idx="1" type="body"/>
          </p:nvPr>
        </p:nvSpPr>
        <p:spPr>
          <a:xfrm rot="265800">
            <a:off x="995040" y="1331280"/>
            <a:ext cx="3195360" cy="252180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08" name="Google Shape;208;p16"/>
          <p:cNvSpPr/>
          <p:nvPr/>
        </p:nvSpPr>
        <p:spPr>
          <a:xfrm flipH="1" rot="-9709200">
            <a:off x="-302400" y="4118040"/>
            <a:ext cx="1819800" cy="992160"/>
          </a:xfrm>
          <a:custGeom>
            <a:rect b="b" l="l" r="r" t="t"/>
            <a:pathLst>
              <a:path extrusionOk="0" fill="none" h="12439" w="22813">
                <a:moveTo>
                  <a:pt x="22812" y="0"/>
                </a:moveTo>
                <a:cubicBezTo>
                  <a:pt x="22812" y="0"/>
                  <a:pt x="20999" y="9660"/>
                  <a:pt x="12792" y="11049"/>
                </a:cubicBezTo>
                <a:cubicBezTo>
                  <a:pt x="4584" y="12439"/>
                  <a:pt x="0" y="710"/>
                  <a:pt x="0" y="71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9" name="Google Shape;209;p16"/>
          <p:cNvSpPr/>
          <p:nvPr/>
        </p:nvSpPr>
        <p:spPr>
          <a:xfrm flipH="1" rot="5630400">
            <a:off x="7710840" y="4024800"/>
            <a:ext cx="2650680" cy="117864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210" name="Google Shape;210;p16"/>
          <p:cNvGrpSpPr/>
          <p:nvPr/>
        </p:nvGrpSpPr>
        <p:grpSpPr>
          <a:xfrm>
            <a:off x="8016021" y="4202128"/>
            <a:ext cx="1483293" cy="1532244"/>
            <a:chOff x="8016021" y="4202128"/>
            <a:chExt cx="1483293" cy="1532244"/>
          </a:xfrm>
        </p:grpSpPr>
        <p:sp>
          <p:nvSpPr>
            <p:cNvPr id="211" name="Google Shape;211;p16"/>
            <p:cNvSpPr/>
            <p:nvPr/>
          </p:nvSpPr>
          <p:spPr>
            <a:xfrm flipH="1" rot="-3212400">
              <a:off x="8160480" y="4487400"/>
              <a:ext cx="1194480" cy="96156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12" name="Google Shape;212;p16"/>
            <p:cNvSpPr/>
            <p:nvPr/>
          </p:nvSpPr>
          <p:spPr>
            <a:xfrm flipH="1" rot="-3212400">
              <a:off x="8368560" y="4923000"/>
              <a:ext cx="938880" cy="2840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13" name="Google Shape;213;p16"/>
            <p:cNvSpPr/>
            <p:nvPr/>
          </p:nvSpPr>
          <p:spPr>
            <a:xfrm flipH="1" rot="-3212400">
              <a:off x="8288280" y="4826160"/>
              <a:ext cx="938880" cy="2840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14" name="Google Shape;214;p16"/>
            <p:cNvSpPr/>
            <p:nvPr/>
          </p:nvSpPr>
          <p:spPr>
            <a:xfrm flipH="1" rot="-3212400">
              <a:off x="8206560" y="4727880"/>
              <a:ext cx="938880" cy="2840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15" name="Google Shape;215;p16"/>
            <p:cNvSpPr/>
            <p:nvPr/>
          </p:nvSpPr>
          <p:spPr>
            <a:xfrm flipH="1" rot="-3212400">
              <a:off x="8128080" y="4632120"/>
              <a:ext cx="938880" cy="2840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16" name="Google Shape;216;p16"/>
            <p:cNvSpPr/>
            <p:nvPr/>
          </p:nvSpPr>
          <p:spPr>
            <a:xfrm flipH="1" rot="-3212400">
              <a:off x="8448480" y="5020200"/>
              <a:ext cx="938880" cy="2840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17" name="Google Shape;217;p16"/>
            <p:cNvSpPr/>
            <p:nvPr/>
          </p:nvSpPr>
          <p:spPr>
            <a:xfrm flipH="1" rot="-3212400">
              <a:off x="8188200" y="4542120"/>
              <a:ext cx="1058040" cy="96192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18" name="Google Shape;218;p16"/>
            <p:cNvSpPr/>
            <p:nvPr/>
          </p:nvSpPr>
          <p:spPr>
            <a:xfrm flipH="1" rot="-3212400">
              <a:off x="8307720" y="4561560"/>
              <a:ext cx="300600" cy="8676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43550" lIns="91425" spcFirstLastPara="1" rIns="91425" wrap="square" tIns="4355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19" name="Google Shape;219;p16"/>
            <p:cNvSpPr/>
            <p:nvPr/>
          </p:nvSpPr>
          <p:spPr>
            <a:xfrm flipH="1" rot="-3212400">
              <a:off x="8280360" y="4520520"/>
              <a:ext cx="394200" cy="21600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20" name="Google Shape;220;p16"/>
            <p:cNvSpPr/>
            <p:nvPr/>
          </p:nvSpPr>
          <p:spPr>
            <a:xfrm flipH="1" rot="-3212400">
              <a:off x="8622720" y="4546800"/>
              <a:ext cx="34920" cy="1764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9000" lIns="91425" spcFirstLastPara="1" rIns="91425" wrap="square" tIns="90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21" name="Google Shape;221;p16"/>
            <p:cNvSpPr/>
            <p:nvPr/>
          </p:nvSpPr>
          <p:spPr>
            <a:xfrm flipH="1" rot="-3212400">
              <a:off x="8356320" y="4762080"/>
              <a:ext cx="34920" cy="1764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9000" lIns="91425" spcFirstLastPara="1" rIns="91425" wrap="square" tIns="90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22" name="Google Shape;222;p16"/>
            <p:cNvSpPr/>
            <p:nvPr/>
          </p:nvSpPr>
          <p:spPr>
            <a:xfrm flipH="1" rot="-3212400">
              <a:off x="8357040" y="4812840"/>
              <a:ext cx="253800" cy="7520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23" name="Google Shape;223;p16"/>
            <p:cNvSpPr/>
            <p:nvPr/>
          </p:nvSpPr>
          <p:spPr>
            <a:xfrm flipH="1" rot="-3212400">
              <a:off x="8474760" y="5181120"/>
              <a:ext cx="22320" cy="2088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0425" lIns="91425" spcFirstLastPara="1" rIns="91425" wrap="square" tIns="10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24" name="Google Shape;224;p16"/>
            <p:cNvSpPr/>
            <p:nvPr/>
          </p:nvSpPr>
          <p:spPr>
            <a:xfrm flipH="1" rot="-3212400">
              <a:off x="8409240" y="5101560"/>
              <a:ext cx="148680" cy="17352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86750" lIns="91425" spcFirstLastPara="1" rIns="91425" wrap="square" tIns="867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25" name="Google Shape;225;p16"/>
            <p:cNvSpPr/>
            <p:nvPr/>
          </p:nvSpPr>
          <p:spPr>
            <a:xfrm flipH="1" rot="-3212400">
              <a:off x="8497080" y="5236560"/>
              <a:ext cx="72720" cy="2520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26" name="Google Shape;226;p16"/>
            <p:cNvSpPr/>
            <p:nvPr/>
          </p:nvSpPr>
          <p:spPr>
            <a:xfrm flipH="1" rot="-3212400">
              <a:off x="8904960" y="4370040"/>
              <a:ext cx="253800" cy="75240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27" name="Google Shape;227;p16"/>
            <p:cNvSpPr/>
            <p:nvPr/>
          </p:nvSpPr>
          <p:spPr>
            <a:xfrm flipH="1" rot="-3212400">
              <a:off x="9022680" y="4739040"/>
              <a:ext cx="22320" cy="2088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0425" lIns="91425" spcFirstLastPara="1" rIns="91425" wrap="square" tIns="10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28" name="Google Shape;228;p16"/>
            <p:cNvSpPr/>
            <p:nvPr/>
          </p:nvSpPr>
          <p:spPr>
            <a:xfrm flipH="1" rot="-3212400">
              <a:off x="8957160" y="4659480"/>
              <a:ext cx="148680" cy="17352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86750" lIns="91425" spcFirstLastPara="1" rIns="91425" wrap="square" tIns="867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29" name="Google Shape;229;p16"/>
            <p:cNvSpPr/>
            <p:nvPr/>
          </p:nvSpPr>
          <p:spPr>
            <a:xfrm flipH="1" rot="-3212400">
              <a:off x="9045000" y="4794480"/>
              <a:ext cx="72720" cy="2520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30" name="Google Shape;230;p16"/>
            <p:cNvSpPr/>
            <p:nvPr/>
          </p:nvSpPr>
          <p:spPr>
            <a:xfrm flipH="1" rot="-3212400">
              <a:off x="8614800" y="4551840"/>
              <a:ext cx="62640" cy="2592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2950" lIns="91425" spcFirstLastPara="1" rIns="91425" wrap="square" tIns="1295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31" name="Google Shape;231;p16"/>
            <p:cNvSpPr/>
            <p:nvPr/>
          </p:nvSpPr>
          <p:spPr>
            <a:xfrm flipH="1" rot="-3212400">
              <a:off x="8613720" y="4550760"/>
              <a:ext cx="63000" cy="2196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1150" lIns="91425" spcFirstLastPara="1" rIns="91425" wrap="square" tIns="111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32" name="Google Shape;232;p16"/>
            <p:cNvSpPr/>
            <p:nvPr/>
          </p:nvSpPr>
          <p:spPr>
            <a:xfrm flipH="1" rot="-3212400">
              <a:off x="8348400" y="4766760"/>
              <a:ext cx="62640" cy="2664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3300" lIns="91425" spcFirstLastPara="1" rIns="91425" wrap="square" tIns="133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33" name="Google Shape;233;p16"/>
            <p:cNvSpPr/>
            <p:nvPr/>
          </p:nvSpPr>
          <p:spPr>
            <a:xfrm flipH="1" rot="-3212400">
              <a:off x="8347320" y="4766040"/>
              <a:ext cx="63000" cy="2196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1150" lIns="91425" spcFirstLastPara="1" rIns="91425" wrap="square" tIns="111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234" name="Google Shape;234;p16"/>
          <p:cNvSpPr/>
          <p:nvPr/>
        </p:nvSpPr>
        <p:spPr>
          <a:xfrm flipH="1">
            <a:off x="3579840" y="15336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35" name="Google Shape;235;p16"/>
          <p:cNvSpPr/>
          <p:nvPr/>
        </p:nvSpPr>
        <p:spPr>
          <a:xfrm flipH="1">
            <a:off x="8794440" y="249552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nvGrpSpPr>
          <p:cNvPr id="236" name="Google Shape;236;p16"/>
          <p:cNvGrpSpPr/>
          <p:nvPr/>
        </p:nvGrpSpPr>
        <p:grpSpPr>
          <a:xfrm>
            <a:off x="462960" y="263520"/>
            <a:ext cx="261720" cy="531360"/>
            <a:chOff x="462960" y="263520"/>
            <a:chExt cx="261720" cy="531360"/>
          </a:xfrm>
        </p:grpSpPr>
        <p:sp>
          <p:nvSpPr>
            <p:cNvPr id="237" name="Google Shape;237;p16"/>
            <p:cNvSpPr/>
            <p:nvPr/>
          </p:nvSpPr>
          <p:spPr>
            <a:xfrm flipH="1">
              <a:off x="462960" y="26352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38" name="Google Shape;238;p16"/>
            <p:cNvSpPr/>
            <p:nvPr/>
          </p:nvSpPr>
          <p:spPr>
            <a:xfrm flipH="1">
              <a:off x="536040" y="75888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39" name="Google Shape;239;p16"/>
            <p:cNvSpPr/>
            <p:nvPr/>
          </p:nvSpPr>
          <p:spPr>
            <a:xfrm flipH="1">
              <a:off x="463680" y="26352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3_1">
  <p:cSld name="CUSTOM_3_1">
    <p:bg>
      <p:bgPr>
        <a:solidFill>
          <a:schemeClr val="accent4"/>
        </a:solidFill>
      </p:bgPr>
    </p:bg>
    <p:spTree>
      <p:nvGrpSpPr>
        <p:cNvPr id="240" name="Shape 240"/>
        <p:cNvGrpSpPr/>
        <p:nvPr/>
      </p:nvGrpSpPr>
      <p:grpSpPr>
        <a:xfrm>
          <a:off x="0" y="0"/>
          <a:ext cx="0" cy="0"/>
          <a:chOff x="0" y="0"/>
          <a:chExt cx="0" cy="0"/>
        </a:xfrm>
      </p:grpSpPr>
      <p:sp>
        <p:nvSpPr>
          <p:cNvPr id="241" name="Google Shape;241;p17"/>
          <p:cNvSpPr/>
          <p:nvPr/>
        </p:nvSpPr>
        <p:spPr>
          <a:xfrm flipH="1" rot="5400000">
            <a:off x="27000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2" name="Google Shape;242;p17"/>
          <p:cNvSpPr txBox="1"/>
          <p:nvPr>
            <p:ph type="title"/>
          </p:nvPr>
        </p:nvSpPr>
        <p:spPr>
          <a:xfrm>
            <a:off x="726120" y="692640"/>
            <a:ext cx="3619080" cy="78084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43" name="Google Shape;243;p17"/>
          <p:cNvSpPr/>
          <p:nvPr/>
        </p:nvSpPr>
        <p:spPr>
          <a:xfrm>
            <a:off x="726120" y="3252240"/>
            <a:ext cx="3619080" cy="7246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n" sz="1200" u="none" strike="noStrike">
                <a:solidFill>
                  <a:schemeClr val="dk1"/>
                </a:solidFill>
                <a:latin typeface="Inter"/>
                <a:ea typeface="Inter"/>
                <a:cs typeface="Inter"/>
                <a:sym typeface="Inter"/>
              </a:rPr>
              <a:t>Credits: This presentation template was created by </a:t>
            </a:r>
            <a:r>
              <a:rPr b="1" lang="en" sz="1200" u="sng" strike="noStrike">
                <a:solidFill>
                  <a:schemeClr val="hlink"/>
                </a:solidFill>
                <a:latin typeface="Work Sans"/>
                <a:ea typeface="Work Sans"/>
                <a:cs typeface="Work Sans"/>
                <a:sym typeface="Work Sans"/>
                <a:hlinkClick r:id="rId2"/>
              </a:rPr>
              <a:t>Slidesgo</a:t>
            </a:r>
            <a:r>
              <a:rPr b="0" lang="en" sz="1200" u="none" strike="noStrike">
                <a:solidFill>
                  <a:schemeClr val="dk1"/>
                </a:solidFill>
                <a:latin typeface="Inter"/>
                <a:ea typeface="Inter"/>
                <a:cs typeface="Inter"/>
                <a:sym typeface="Inter"/>
              </a:rPr>
              <a:t>, and includes icons, infographics &amp; images by </a:t>
            </a:r>
            <a:r>
              <a:rPr b="1" lang="en" sz="1200" u="sng" strike="noStrike">
                <a:solidFill>
                  <a:schemeClr val="hlink"/>
                </a:solidFill>
                <a:latin typeface="Work Sans"/>
                <a:ea typeface="Work Sans"/>
                <a:cs typeface="Work Sans"/>
                <a:sym typeface="Work Sans"/>
                <a:hlinkClick r:id="rId3"/>
              </a:rPr>
              <a:t>Freepik</a:t>
            </a:r>
            <a:r>
              <a:rPr b="1" lang="en" sz="1200" u="sng" strike="noStrike">
                <a:solidFill>
                  <a:schemeClr val="dk1"/>
                </a:solidFill>
                <a:latin typeface="Work Sans"/>
                <a:ea typeface="Work Sans"/>
                <a:cs typeface="Work Sans"/>
                <a:sym typeface="Work Sans"/>
              </a:rPr>
              <a:t> </a:t>
            </a:r>
            <a:endParaRPr b="0" sz="1200" u="none" strike="noStrike">
              <a:solidFill>
                <a:srgbClr val="000000"/>
              </a:solidFill>
              <a:latin typeface="Noto Sans Symbols"/>
              <a:ea typeface="Noto Sans Symbols"/>
              <a:cs typeface="Noto Sans Symbols"/>
              <a:sym typeface="Noto Sans Symbols"/>
            </a:endParaRPr>
          </a:p>
        </p:txBody>
      </p:sp>
      <p:sp>
        <p:nvSpPr>
          <p:cNvPr id="244" name="Google Shape;244;p17"/>
          <p:cNvSpPr/>
          <p:nvPr/>
        </p:nvSpPr>
        <p:spPr>
          <a:xfrm flipH="1">
            <a:off x="2161440" y="-4788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5" name="Google Shape;245;p17"/>
          <p:cNvSpPr/>
          <p:nvPr/>
        </p:nvSpPr>
        <p:spPr>
          <a:xfrm>
            <a:off x="652716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46" name="Google Shape;246;p17"/>
          <p:cNvGrpSpPr/>
          <p:nvPr/>
        </p:nvGrpSpPr>
        <p:grpSpPr>
          <a:xfrm>
            <a:off x="-573480" y="-574560"/>
            <a:ext cx="1362240" cy="1457640"/>
            <a:chOff x="-573480" y="-574560"/>
            <a:chExt cx="1362240" cy="1457640"/>
          </a:xfrm>
        </p:grpSpPr>
        <p:sp>
          <p:nvSpPr>
            <p:cNvPr id="247" name="Google Shape;247;p17"/>
            <p:cNvSpPr/>
            <p:nvPr/>
          </p:nvSpPr>
          <p:spPr>
            <a:xfrm>
              <a:off x="-413640" y="-574560"/>
              <a:ext cx="1202400" cy="121176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8" name="Google Shape;248;p17"/>
            <p:cNvSpPr/>
            <p:nvPr/>
          </p:nvSpPr>
          <p:spPr>
            <a:xfrm>
              <a:off x="-413640" y="-574560"/>
              <a:ext cx="1202400" cy="84636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9" name="Google Shape;249;p17"/>
            <p:cNvSpPr/>
            <p:nvPr/>
          </p:nvSpPr>
          <p:spPr>
            <a:xfrm>
              <a:off x="16560" y="-432000"/>
              <a:ext cx="128880" cy="11628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50" name="Google Shape;250;p17"/>
            <p:cNvSpPr/>
            <p:nvPr/>
          </p:nvSpPr>
          <p:spPr>
            <a:xfrm>
              <a:off x="33120" y="-168480"/>
              <a:ext cx="494640" cy="53316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51" name="Google Shape;251;p17"/>
            <p:cNvSpPr/>
            <p:nvPr/>
          </p:nvSpPr>
          <p:spPr>
            <a:xfrm>
              <a:off x="200520" y="-123120"/>
              <a:ext cx="395640" cy="42516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52" name="Google Shape;252;p17"/>
            <p:cNvSpPr/>
            <p:nvPr/>
          </p:nvSpPr>
          <p:spPr>
            <a:xfrm>
              <a:off x="532440" y="102600"/>
              <a:ext cx="131400" cy="13716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53" name="Google Shape;253;p17"/>
            <p:cNvSpPr/>
            <p:nvPr/>
          </p:nvSpPr>
          <p:spPr>
            <a:xfrm>
              <a:off x="406800" y="-33840"/>
              <a:ext cx="131400" cy="13716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54" name="Google Shape;254;p17"/>
            <p:cNvSpPr/>
            <p:nvPr/>
          </p:nvSpPr>
          <p:spPr>
            <a:xfrm>
              <a:off x="-573480" y="-5040"/>
              <a:ext cx="1213200" cy="8881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55" name="Google Shape;255;p17"/>
            <p:cNvSpPr/>
            <p:nvPr/>
          </p:nvSpPr>
          <p:spPr>
            <a:xfrm>
              <a:off x="-573480" y="-5040"/>
              <a:ext cx="1213200" cy="66744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56" name="Google Shape;256;p17"/>
            <p:cNvSpPr/>
            <p:nvPr/>
          </p:nvSpPr>
          <p:spPr>
            <a:xfrm>
              <a:off x="-537120" y="351360"/>
              <a:ext cx="1096560" cy="36072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57" name="Google Shape;257;p17"/>
            <p:cNvSpPr/>
            <p:nvPr/>
          </p:nvSpPr>
          <p:spPr>
            <a:xfrm>
              <a:off x="-142560" y="329760"/>
              <a:ext cx="672480" cy="20304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58" name="Google Shape;258;p17"/>
            <p:cNvSpPr/>
            <p:nvPr/>
          </p:nvSpPr>
          <p:spPr>
            <a:xfrm>
              <a:off x="21240" y="273240"/>
              <a:ext cx="529920" cy="16920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84600" lIns="91425" spcFirstLastPara="1" rIns="91425" wrap="square" tIns="84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59" name="Google Shape;259;p17"/>
            <p:cNvSpPr/>
            <p:nvPr/>
          </p:nvSpPr>
          <p:spPr>
            <a:xfrm>
              <a:off x="-368640" y="77400"/>
              <a:ext cx="127800" cy="11628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260" name="Google Shape;260;p17"/>
          <p:cNvGrpSpPr/>
          <p:nvPr/>
        </p:nvGrpSpPr>
        <p:grpSpPr>
          <a:xfrm>
            <a:off x="-1108471" y="3883821"/>
            <a:ext cx="2097330" cy="2174179"/>
            <a:chOff x="-1108471" y="3883821"/>
            <a:chExt cx="2097330" cy="2174179"/>
          </a:xfrm>
        </p:grpSpPr>
        <p:sp>
          <p:nvSpPr>
            <p:cNvPr id="261" name="Google Shape;261;p17"/>
            <p:cNvSpPr/>
            <p:nvPr/>
          </p:nvSpPr>
          <p:spPr>
            <a:xfrm flipH="1" rot="6753000">
              <a:off x="-1113120" y="43016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62" name="Google Shape;262;p17"/>
            <p:cNvSpPr/>
            <p:nvPr/>
          </p:nvSpPr>
          <p:spPr>
            <a:xfrm flipH="1" rot="6753000">
              <a:off x="-1113120" y="43016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63" name="Google Shape;263;p17"/>
            <p:cNvSpPr/>
            <p:nvPr/>
          </p:nvSpPr>
          <p:spPr>
            <a:xfrm flipH="1" rot="6753000">
              <a:off x="-813600" y="4722480"/>
              <a:ext cx="1450800" cy="66060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64" name="Google Shape;264;p17"/>
            <p:cNvSpPr/>
            <p:nvPr/>
          </p:nvSpPr>
          <p:spPr>
            <a:xfrm flipH="1" rot="6753000">
              <a:off x="-500760" y="4610880"/>
              <a:ext cx="971280" cy="4334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65" name="Google Shape;265;p17"/>
            <p:cNvSpPr/>
            <p:nvPr/>
          </p:nvSpPr>
          <p:spPr>
            <a:xfrm flipH="1" rot="6753000">
              <a:off x="-550440" y="4597200"/>
              <a:ext cx="897840" cy="403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66" name="Google Shape;266;p17"/>
            <p:cNvSpPr/>
            <p:nvPr/>
          </p:nvSpPr>
          <p:spPr>
            <a:xfrm flipH="1" rot="6753000">
              <a:off x="-600120" y="4578120"/>
              <a:ext cx="830520" cy="37584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67" name="Google Shape;267;p17"/>
            <p:cNvSpPr/>
            <p:nvPr/>
          </p:nvSpPr>
          <p:spPr>
            <a:xfrm flipH="1" rot="6753000">
              <a:off x="-703800" y="4633920"/>
              <a:ext cx="493920" cy="23652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68" name="Google Shape;268;p17"/>
            <p:cNvSpPr/>
            <p:nvPr/>
          </p:nvSpPr>
          <p:spPr>
            <a:xfrm flipH="1" rot="6753000">
              <a:off x="-273960" y="4414320"/>
              <a:ext cx="195840" cy="11340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56875" lIns="91425" spcFirstLastPara="1" rIns="91425" wrap="square" tIns="56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69" name="Google Shape;269;p17"/>
            <p:cNvSpPr/>
            <p:nvPr/>
          </p:nvSpPr>
          <p:spPr>
            <a:xfrm flipH="1" rot="6753000">
              <a:off x="-659520" y="4677840"/>
              <a:ext cx="493920" cy="23652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0" name="Google Shape;270;p17"/>
            <p:cNvSpPr/>
            <p:nvPr/>
          </p:nvSpPr>
          <p:spPr>
            <a:xfrm flipH="1" rot="6753000">
              <a:off x="-801000" y="5222880"/>
              <a:ext cx="320040" cy="16488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1" name="Google Shape;271;p17"/>
            <p:cNvSpPr/>
            <p:nvPr/>
          </p:nvSpPr>
          <p:spPr>
            <a:xfrm flipH="1" rot="6753000">
              <a:off x="-756720" y="5267520"/>
              <a:ext cx="320040" cy="16452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2" name="Google Shape;272;p17"/>
            <p:cNvSpPr/>
            <p:nvPr/>
          </p:nvSpPr>
          <p:spPr>
            <a:xfrm flipH="1" rot="6753000">
              <a:off x="-39600" y="4236120"/>
              <a:ext cx="178920" cy="18252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3" name="Google Shape;273;p17"/>
            <p:cNvSpPr/>
            <p:nvPr/>
          </p:nvSpPr>
          <p:spPr>
            <a:xfrm flipH="1" rot="6753000">
              <a:off x="74520" y="4277160"/>
              <a:ext cx="11160" cy="104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4" name="Google Shape;274;p17"/>
            <p:cNvSpPr/>
            <p:nvPr/>
          </p:nvSpPr>
          <p:spPr>
            <a:xfrm flipH="1" rot="6753000">
              <a:off x="57240" y="4254840"/>
              <a:ext cx="11160" cy="104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5" name="Google Shape;275;p17"/>
            <p:cNvSpPr/>
            <p:nvPr/>
          </p:nvSpPr>
          <p:spPr>
            <a:xfrm flipH="1" rot="6753000">
              <a:off x="77040" y="4356000"/>
              <a:ext cx="8280" cy="900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6" name="Google Shape;276;p17"/>
            <p:cNvSpPr/>
            <p:nvPr/>
          </p:nvSpPr>
          <p:spPr>
            <a:xfrm flipH="1" rot="6753000">
              <a:off x="64800" y="4381200"/>
              <a:ext cx="8280" cy="900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7" name="Google Shape;277;p17"/>
            <p:cNvSpPr/>
            <p:nvPr/>
          </p:nvSpPr>
          <p:spPr>
            <a:xfrm flipH="1" rot="6753000">
              <a:off x="-905400" y="5040360"/>
              <a:ext cx="284400" cy="28440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8" name="Google Shape;278;p17"/>
            <p:cNvSpPr/>
            <p:nvPr/>
          </p:nvSpPr>
          <p:spPr>
            <a:xfrm flipH="1" rot="6753000">
              <a:off x="-668520" y="4290480"/>
              <a:ext cx="1381320" cy="151992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9" name="Google Shape;279;p17"/>
            <p:cNvSpPr/>
            <p:nvPr/>
          </p:nvSpPr>
          <p:spPr>
            <a:xfrm flipH="1" rot="6753000">
              <a:off x="-420480" y="47044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0" name="Google Shape;280;p17"/>
            <p:cNvSpPr/>
            <p:nvPr/>
          </p:nvSpPr>
          <p:spPr>
            <a:xfrm flipH="1" rot="6753000">
              <a:off x="-64080" y="4765320"/>
              <a:ext cx="689400" cy="82476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1" name="Google Shape;281;p17"/>
            <p:cNvSpPr/>
            <p:nvPr/>
          </p:nvSpPr>
          <p:spPr>
            <a:xfrm flipH="1" rot="6753000">
              <a:off x="-100800" y="4729320"/>
              <a:ext cx="638640" cy="76356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2" name="Google Shape;282;p17"/>
            <p:cNvSpPr/>
            <p:nvPr/>
          </p:nvSpPr>
          <p:spPr>
            <a:xfrm flipH="1" rot="6753000">
              <a:off x="-136080" y="4689720"/>
              <a:ext cx="592560" cy="70740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3" name="Google Shape;283;p17"/>
            <p:cNvSpPr/>
            <p:nvPr/>
          </p:nvSpPr>
          <p:spPr>
            <a:xfrm flipH="1" rot="6753000">
              <a:off x="-253440" y="4689000"/>
              <a:ext cx="361080" cy="42624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4" name="Google Shape;284;p17"/>
            <p:cNvSpPr/>
            <p:nvPr/>
          </p:nvSpPr>
          <p:spPr>
            <a:xfrm flipH="1" rot="6753000">
              <a:off x="228960" y="4698000"/>
              <a:ext cx="156600" cy="17712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88550" lIns="91425" spcFirstLastPara="1" rIns="91425" wrap="square" tIns="88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5" name="Google Shape;285;p17"/>
            <p:cNvSpPr/>
            <p:nvPr/>
          </p:nvSpPr>
          <p:spPr>
            <a:xfrm flipH="1" rot="6753000">
              <a:off x="-235440" y="4748400"/>
              <a:ext cx="361080" cy="42624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6" name="Google Shape;286;p17"/>
            <p:cNvSpPr/>
            <p:nvPr/>
          </p:nvSpPr>
          <p:spPr>
            <a:xfrm flipH="1" rot="6753000">
              <a:off x="-616680" y="5162400"/>
              <a:ext cx="241560" cy="28080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7" name="Google Shape;287;p17"/>
            <p:cNvSpPr/>
            <p:nvPr/>
          </p:nvSpPr>
          <p:spPr>
            <a:xfrm flipH="1" rot="6753000">
              <a:off x="-598680" y="5221800"/>
              <a:ext cx="241560" cy="28080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8" name="Google Shape;288;p17"/>
            <p:cNvSpPr/>
            <p:nvPr/>
          </p:nvSpPr>
          <p:spPr>
            <a:xfrm flipH="1" rot="6753000">
              <a:off x="487800" y="4670640"/>
              <a:ext cx="198360" cy="18936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9" name="Google Shape;289;p17"/>
            <p:cNvSpPr/>
            <p:nvPr/>
          </p:nvSpPr>
          <p:spPr>
            <a:xfrm flipH="1" rot="6753000">
              <a:off x="616680" y="4735800"/>
              <a:ext cx="10800" cy="104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0" name="Google Shape;290;p17"/>
            <p:cNvSpPr/>
            <p:nvPr/>
          </p:nvSpPr>
          <p:spPr>
            <a:xfrm flipH="1" rot="6753000">
              <a:off x="612000" y="4708800"/>
              <a:ext cx="11160" cy="104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1" name="Google Shape;291;p17"/>
            <p:cNvSpPr/>
            <p:nvPr/>
          </p:nvSpPr>
          <p:spPr>
            <a:xfrm flipH="1" rot="6753000">
              <a:off x="581400" y="4806360"/>
              <a:ext cx="10800" cy="104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2" name="Google Shape;292;p17"/>
            <p:cNvSpPr/>
            <p:nvPr/>
          </p:nvSpPr>
          <p:spPr>
            <a:xfrm flipH="1" rot="6753000">
              <a:off x="558000" y="4822560"/>
              <a:ext cx="10800" cy="104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3" name="Google Shape;293;p17"/>
            <p:cNvSpPr/>
            <p:nvPr/>
          </p:nvSpPr>
          <p:spPr>
            <a:xfrm flipH="1" rot="6753000">
              <a:off x="-699480" y="4984200"/>
              <a:ext cx="306720" cy="30672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4" name="Google Shape;294;p17"/>
            <p:cNvSpPr/>
            <p:nvPr/>
          </p:nvSpPr>
          <p:spPr>
            <a:xfrm flipH="1" rot="6753000">
              <a:off x="-420480" y="47044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95" name="Google Shape;295;p17"/>
          <p:cNvGrpSpPr/>
          <p:nvPr/>
        </p:nvGrpSpPr>
        <p:grpSpPr>
          <a:xfrm>
            <a:off x="8056700" y="3864080"/>
            <a:ext cx="2194040" cy="2097320"/>
            <a:chOff x="8056700" y="3864080"/>
            <a:chExt cx="2194040" cy="2097320"/>
          </a:xfrm>
        </p:grpSpPr>
        <p:sp>
          <p:nvSpPr>
            <p:cNvPr id="296" name="Google Shape;296;p17"/>
            <p:cNvSpPr/>
            <p:nvPr/>
          </p:nvSpPr>
          <p:spPr>
            <a:xfrm rot="1992000">
              <a:off x="8295120" y="4221360"/>
              <a:ext cx="1717200" cy="138276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97" name="Google Shape;297;p17"/>
            <p:cNvSpPr/>
            <p:nvPr/>
          </p:nvSpPr>
          <p:spPr>
            <a:xfrm rot="1992000">
              <a:off x="8419320" y="487908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98" name="Google Shape;298;p17"/>
            <p:cNvSpPr/>
            <p:nvPr/>
          </p:nvSpPr>
          <p:spPr>
            <a:xfrm rot="1992000">
              <a:off x="8478720" y="470844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99" name="Google Shape;299;p17"/>
            <p:cNvSpPr/>
            <p:nvPr/>
          </p:nvSpPr>
          <p:spPr>
            <a:xfrm rot="1992000">
              <a:off x="8539920" y="45349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00" name="Google Shape;300;p17"/>
            <p:cNvSpPr/>
            <p:nvPr/>
          </p:nvSpPr>
          <p:spPr>
            <a:xfrm rot="1992000">
              <a:off x="8597520" y="436680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01" name="Google Shape;301;p17"/>
            <p:cNvSpPr/>
            <p:nvPr/>
          </p:nvSpPr>
          <p:spPr>
            <a:xfrm rot="1992000">
              <a:off x="8359560" y="50497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02" name="Google Shape;302;p17"/>
            <p:cNvSpPr/>
            <p:nvPr/>
          </p:nvSpPr>
          <p:spPr>
            <a:xfrm rot="1992000">
              <a:off x="8475120" y="4275000"/>
              <a:ext cx="1521000" cy="138276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03" name="Google Shape;303;p17"/>
            <p:cNvSpPr/>
            <p:nvPr/>
          </p:nvSpPr>
          <p:spPr>
            <a:xfrm rot="1992000">
              <a:off x="9160200" y="4212000"/>
              <a:ext cx="432000" cy="1249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62625" lIns="91425" spcFirstLastPara="1" rIns="91425" wrap="square" tIns="62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04" name="Google Shape;304;p17"/>
            <p:cNvSpPr/>
            <p:nvPr/>
          </p:nvSpPr>
          <p:spPr>
            <a:xfrm rot="1992000">
              <a:off x="9078120" y="4159080"/>
              <a:ext cx="567000" cy="31068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05" name="Google Shape;305;p17"/>
            <p:cNvSpPr/>
            <p:nvPr/>
          </p:nvSpPr>
          <p:spPr>
            <a:xfrm rot="1992000">
              <a:off x="9081000" y="4286520"/>
              <a:ext cx="50400" cy="2520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06" name="Google Shape;306;p17"/>
            <p:cNvSpPr/>
            <p:nvPr/>
          </p:nvSpPr>
          <p:spPr>
            <a:xfrm rot="1992000">
              <a:off x="9547920" y="4443840"/>
              <a:ext cx="50400" cy="2520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07" name="Google Shape;307;p17"/>
            <p:cNvSpPr/>
            <p:nvPr/>
          </p:nvSpPr>
          <p:spPr>
            <a:xfrm rot="1992000">
              <a:off x="9450360" y="4532760"/>
              <a:ext cx="364680" cy="1081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08" name="Google Shape;308;p17"/>
            <p:cNvSpPr/>
            <p:nvPr/>
          </p:nvSpPr>
          <p:spPr>
            <a:xfrm rot="1992000">
              <a:off x="9614880" y="5063040"/>
              <a:ext cx="32400" cy="3024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09" name="Google Shape;309;p17"/>
            <p:cNvSpPr/>
            <p:nvPr/>
          </p:nvSpPr>
          <p:spPr>
            <a:xfrm rot="1992000">
              <a:off x="9525960" y="4948560"/>
              <a:ext cx="213840" cy="2498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10" name="Google Shape;310;p17"/>
            <p:cNvSpPr/>
            <p:nvPr/>
          </p:nvSpPr>
          <p:spPr>
            <a:xfrm rot="1992000">
              <a:off x="9543600" y="5160960"/>
              <a:ext cx="104400" cy="3636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11" name="Google Shape;311;p17"/>
            <p:cNvSpPr/>
            <p:nvPr/>
          </p:nvSpPr>
          <p:spPr>
            <a:xfrm rot="1992000">
              <a:off x="8490960" y="4210920"/>
              <a:ext cx="365040" cy="1081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12" name="Google Shape;312;p17"/>
            <p:cNvSpPr/>
            <p:nvPr/>
          </p:nvSpPr>
          <p:spPr>
            <a:xfrm rot="1992000">
              <a:off x="8655840" y="4741200"/>
              <a:ext cx="32400" cy="3024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13" name="Google Shape;313;p17"/>
            <p:cNvSpPr/>
            <p:nvPr/>
          </p:nvSpPr>
          <p:spPr>
            <a:xfrm rot="1992000">
              <a:off x="8566920" y="4626720"/>
              <a:ext cx="213840" cy="24984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14" name="Google Shape;314;p17"/>
            <p:cNvSpPr/>
            <p:nvPr/>
          </p:nvSpPr>
          <p:spPr>
            <a:xfrm rot="1992000">
              <a:off x="8584560" y="4839480"/>
              <a:ext cx="104400" cy="3636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15" name="Google Shape;315;p17"/>
            <p:cNvSpPr/>
            <p:nvPr/>
          </p:nvSpPr>
          <p:spPr>
            <a:xfrm rot="1992000">
              <a:off x="9057600" y="4295520"/>
              <a:ext cx="90360" cy="381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16" name="Google Shape;316;p17"/>
            <p:cNvSpPr/>
            <p:nvPr/>
          </p:nvSpPr>
          <p:spPr>
            <a:xfrm rot="1992000">
              <a:off x="9057240" y="4294440"/>
              <a:ext cx="90720" cy="3168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17" name="Google Shape;317;p17"/>
            <p:cNvSpPr/>
            <p:nvPr/>
          </p:nvSpPr>
          <p:spPr>
            <a:xfrm rot="1992000">
              <a:off x="9524160" y="4452120"/>
              <a:ext cx="90360" cy="3816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18" name="Google Shape;318;p17"/>
            <p:cNvSpPr/>
            <p:nvPr/>
          </p:nvSpPr>
          <p:spPr>
            <a:xfrm rot="1992000">
              <a:off x="9524160" y="4451040"/>
              <a:ext cx="90720" cy="3168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319" name="Google Shape;319;p17"/>
          <p:cNvSpPr/>
          <p:nvPr/>
        </p:nvSpPr>
        <p:spPr>
          <a:xfrm>
            <a:off x="8774280" y="113256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20" name="Google Shape;320;p17"/>
          <p:cNvSpPr/>
          <p:nvPr/>
        </p:nvSpPr>
        <p:spPr>
          <a:xfrm>
            <a:off x="1465920" y="485280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21" name="Google Shape;321;p17"/>
          <p:cNvSpPr/>
          <p:nvPr/>
        </p:nvSpPr>
        <p:spPr>
          <a:xfrm>
            <a:off x="164880" y="253764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22" name="Google Shape;322;p17"/>
          <p:cNvSpPr/>
          <p:nvPr/>
        </p:nvSpPr>
        <p:spPr>
          <a:xfrm>
            <a:off x="7742160" y="474516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23" name="Google Shape;323;p17"/>
          <p:cNvSpPr/>
          <p:nvPr/>
        </p:nvSpPr>
        <p:spPr>
          <a:xfrm>
            <a:off x="1338120" y="21240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24" name="Google Shape;324;p17"/>
          <p:cNvSpPr/>
          <p:nvPr/>
        </p:nvSpPr>
        <p:spPr>
          <a:xfrm flipH="1" rot="10800000">
            <a:off x="4858200" y="4614480"/>
            <a:ext cx="1917720" cy="8524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25" name="Google Shape;325;p17"/>
          <p:cNvSpPr/>
          <p:nvPr/>
        </p:nvSpPr>
        <p:spPr>
          <a:xfrm rot="600">
            <a:off x="4483440" y="-370440"/>
            <a:ext cx="1949760" cy="1063080"/>
          </a:xfrm>
          <a:custGeom>
            <a:rect b="b" l="l" r="r" t="t"/>
            <a:pathLst>
              <a:path extrusionOk="0" fill="none" h="12439" w="22813">
                <a:moveTo>
                  <a:pt x="22812" y="0"/>
                </a:moveTo>
                <a:cubicBezTo>
                  <a:pt x="22812" y="0"/>
                  <a:pt x="20999" y="9660"/>
                  <a:pt x="12792" y="11049"/>
                </a:cubicBezTo>
                <a:cubicBezTo>
                  <a:pt x="4584" y="12439"/>
                  <a:pt x="0" y="710"/>
                  <a:pt x="0" y="71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_NUMBER">
  <p:cSld name="BIG_NUMBER">
    <p:bg>
      <p:bgPr>
        <a:solidFill>
          <a:schemeClr val="accent4"/>
        </a:solidFill>
      </p:bgPr>
    </p:bg>
    <p:spTree>
      <p:nvGrpSpPr>
        <p:cNvPr id="326" name="Shape 326"/>
        <p:cNvGrpSpPr/>
        <p:nvPr/>
      </p:nvGrpSpPr>
      <p:grpSpPr>
        <a:xfrm>
          <a:off x="0" y="0"/>
          <a:ext cx="0" cy="0"/>
          <a:chOff x="0" y="0"/>
          <a:chExt cx="0" cy="0"/>
        </a:xfrm>
      </p:grpSpPr>
      <p:sp>
        <p:nvSpPr>
          <p:cNvPr id="327" name="Google Shape;327;p18"/>
          <p:cNvSpPr txBox="1"/>
          <p:nvPr>
            <p:ph hasCustomPrompt="1" type="title"/>
          </p:nvPr>
        </p:nvSpPr>
        <p:spPr>
          <a:xfrm>
            <a:off x="726120" y="1445040"/>
            <a:ext cx="7614720" cy="167292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a:r>
              <a:t>xx%</a:t>
            </a:r>
          </a:p>
        </p:txBody>
      </p:sp>
      <p:sp>
        <p:nvSpPr>
          <p:cNvPr id="328" name="Google Shape;328;p18"/>
          <p:cNvSpPr/>
          <p:nvPr/>
        </p:nvSpPr>
        <p:spPr>
          <a:xfrm>
            <a:off x="2278440" y="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29" name="Google Shape;329;p18"/>
          <p:cNvSpPr/>
          <p:nvPr/>
        </p:nvSpPr>
        <p:spPr>
          <a:xfrm rot="-5400000">
            <a:off x="6646680" y="264636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30" name="Google Shape;330;p18"/>
          <p:cNvSpPr/>
          <p:nvPr/>
        </p:nvSpPr>
        <p:spPr>
          <a:xfrm rot="5400000">
            <a:off x="137160" y="237060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331" name="Google Shape;331;p18"/>
          <p:cNvGrpSpPr/>
          <p:nvPr/>
        </p:nvGrpSpPr>
        <p:grpSpPr>
          <a:xfrm>
            <a:off x="8097480" y="4170600"/>
            <a:ext cx="1242720" cy="1149840"/>
            <a:chOff x="8097480" y="4170600"/>
            <a:chExt cx="1242720" cy="1149840"/>
          </a:xfrm>
        </p:grpSpPr>
        <p:sp>
          <p:nvSpPr>
            <p:cNvPr id="332" name="Google Shape;332;p18"/>
            <p:cNvSpPr/>
            <p:nvPr/>
          </p:nvSpPr>
          <p:spPr>
            <a:xfrm>
              <a:off x="8097480" y="4170600"/>
              <a:ext cx="1242720" cy="114984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33" name="Google Shape;333;p18"/>
            <p:cNvSpPr/>
            <p:nvPr/>
          </p:nvSpPr>
          <p:spPr>
            <a:xfrm>
              <a:off x="8271720" y="450108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34" name="Google Shape;334;p18"/>
            <p:cNvSpPr/>
            <p:nvPr/>
          </p:nvSpPr>
          <p:spPr>
            <a:xfrm>
              <a:off x="8256960" y="4313880"/>
              <a:ext cx="850680" cy="7092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35" name="Google Shape;335;p18"/>
            <p:cNvSpPr/>
            <p:nvPr/>
          </p:nvSpPr>
          <p:spPr>
            <a:xfrm>
              <a:off x="8667000" y="4542120"/>
              <a:ext cx="178560" cy="27000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36" name="Google Shape;336;p18"/>
            <p:cNvSpPr/>
            <p:nvPr/>
          </p:nvSpPr>
          <p:spPr>
            <a:xfrm>
              <a:off x="8668080" y="4764240"/>
              <a:ext cx="90720" cy="3052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37" name="Google Shape;337;p18"/>
            <p:cNvSpPr/>
            <p:nvPr/>
          </p:nvSpPr>
          <p:spPr>
            <a:xfrm>
              <a:off x="8684280" y="4779720"/>
              <a:ext cx="19440" cy="172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38" name="Google Shape;338;p18"/>
            <p:cNvSpPr/>
            <p:nvPr/>
          </p:nvSpPr>
          <p:spPr>
            <a:xfrm>
              <a:off x="8271720" y="450108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39" name="Google Shape;339;p18"/>
            <p:cNvSpPr/>
            <p:nvPr/>
          </p:nvSpPr>
          <p:spPr>
            <a:xfrm>
              <a:off x="8296920" y="4354920"/>
              <a:ext cx="873360" cy="83304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340" name="Google Shape;340;p18"/>
          <p:cNvGrpSpPr/>
          <p:nvPr/>
        </p:nvGrpSpPr>
        <p:grpSpPr>
          <a:xfrm>
            <a:off x="-207360" y="-558000"/>
            <a:ext cx="1356480" cy="1420920"/>
            <a:chOff x="-207360" y="-558000"/>
            <a:chExt cx="1356480" cy="1420920"/>
          </a:xfrm>
        </p:grpSpPr>
        <p:sp>
          <p:nvSpPr>
            <p:cNvPr id="341" name="Google Shape;341;p18"/>
            <p:cNvSpPr/>
            <p:nvPr/>
          </p:nvSpPr>
          <p:spPr>
            <a:xfrm>
              <a:off x="-181800" y="-17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42" name="Google Shape;342;p18"/>
            <p:cNvSpPr/>
            <p:nvPr/>
          </p:nvSpPr>
          <p:spPr>
            <a:xfrm>
              <a:off x="-181800" y="-17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43" name="Google Shape;343;p18"/>
            <p:cNvSpPr/>
            <p:nvPr/>
          </p:nvSpPr>
          <p:spPr>
            <a:xfrm>
              <a:off x="-207360" y="-79560"/>
              <a:ext cx="1191960" cy="54324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44" name="Google Shape;344;p18"/>
            <p:cNvSpPr/>
            <p:nvPr/>
          </p:nvSpPr>
          <p:spPr>
            <a:xfrm>
              <a:off x="182880" y="29520"/>
              <a:ext cx="798120" cy="3560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45" name="Google Shape;345;p18"/>
            <p:cNvSpPr/>
            <p:nvPr/>
          </p:nvSpPr>
          <p:spPr>
            <a:xfrm>
              <a:off x="208440" y="116640"/>
              <a:ext cx="737640" cy="331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46" name="Google Shape;346;p18"/>
            <p:cNvSpPr/>
            <p:nvPr/>
          </p:nvSpPr>
          <p:spPr>
            <a:xfrm>
              <a:off x="234000" y="201240"/>
              <a:ext cx="682200" cy="30852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47" name="Google Shape;347;p18"/>
            <p:cNvSpPr/>
            <p:nvPr/>
          </p:nvSpPr>
          <p:spPr>
            <a:xfrm>
              <a:off x="297720" y="469440"/>
              <a:ext cx="405720" cy="19440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48" name="Google Shape;348;p18"/>
            <p:cNvSpPr/>
            <p:nvPr/>
          </p:nvSpPr>
          <p:spPr>
            <a:xfrm>
              <a:off x="721440" y="395640"/>
              <a:ext cx="160920" cy="9324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46800" lIns="91425" spcFirstLastPara="1" rIns="91425" wrap="square" tIns="46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49" name="Google Shape;349;p18"/>
            <p:cNvSpPr/>
            <p:nvPr/>
          </p:nvSpPr>
          <p:spPr>
            <a:xfrm>
              <a:off x="277920" y="421920"/>
              <a:ext cx="405720" cy="19404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0" name="Google Shape;350;p18"/>
            <p:cNvSpPr/>
            <p:nvPr/>
          </p:nvSpPr>
          <p:spPr>
            <a:xfrm>
              <a:off x="-109080" y="464400"/>
              <a:ext cx="262800" cy="13536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1" name="Google Shape;351;p18"/>
            <p:cNvSpPr/>
            <p:nvPr/>
          </p:nvSpPr>
          <p:spPr>
            <a:xfrm>
              <a:off x="-128520" y="416880"/>
              <a:ext cx="263160" cy="13536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2" name="Google Shape;352;p18"/>
            <p:cNvSpPr/>
            <p:nvPr/>
          </p:nvSpPr>
          <p:spPr>
            <a:xfrm>
              <a:off x="908640" y="240840"/>
              <a:ext cx="146880" cy="14976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74875" lIns="91425" spcFirstLastPara="1" rIns="91425" wrap="square" tIns="74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3" name="Google Shape;353;p18"/>
            <p:cNvSpPr/>
            <p:nvPr/>
          </p:nvSpPr>
          <p:spPr>
            <a:xfrm>
              <a:off x="1021680" y="302760"/>
              <a:ext cx="9360" cy="86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4" name="Google Shape;354;p18"/>
            <p:cNvSpPr/>
            <p:nvPr/>
          </p:nvSpPr>
          <p:spPr>
            <a:xfrm>
              <a:off x="1033200" y="322920"/>
              <a:ext cx="9000" cy="86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5" name="Google Shape;355;p18"/>
            <p:cNvSpPr/>
            <p:nvPr/>
          </p:nvSpPr>
          <p:spPr>
            <a:xfrm>
              <a:off x="963720" y="277560"/>
              <a:ext cx="6840" cy="756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6" name="Google Shape;356;p18"/>
            <p:cNvSpPr/>
            <p:nvPr/>
          </p:nvSpPr>
          <p:spPr>
            <a:xfrm>
              <a:off x="940320" y="279000"/>
              <a:ext cx="6840" cy="756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7" name="Google Shape;357;p18"/>
            <p:cNvSpPr/>
            <p:nvPr/>
          </p:nvSpPr>
          <p:spPr>
            <a:xfrm>
              <a:off x="-39600" y="546480"/>
              <a:ext cx="233640" cy="23364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8" name="Google Shape;358;p18"/>
            <p:cNvSpPr/>
            <p:nvPr/>
          </p:nvSpPr>
          <p:spPr>
            <a:xfrm>
              <a:off x="-142200" y="-515160"/>
              <a:ext cx="1134720" cy="124884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9" name="Google Shape;359;p18"/>
            <p:cNvSpPr/>
            <p:nvPr/>
          </p:nvSpPr>
          <p:spPr>
            <a:xfrm>
              <a:off x="-194400" y="-5580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0" name="Google Shape;360;p18"/>
            <p:cNvSpPr/>
            <p:nvPr/>
          </p:nvSpPr>
          <p:spPr>
            <a:xfrm>
              <a:off x="126720" y="-465840"/>
              <a:ext cx="566280" cy="67788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1" name="Google Shape;361;p18"/>
            <p:cNvSpPr/>
            <p:nvPr/>
          </p:nvSpPr>
          <p:spPr>
            <a:xfrm>
              <a:off x="178920" y="-372600"/>
              <a:ext cx="524520" cy="62748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2" name="Google Shape;362;p18"/>
            <p:cNvSpPr/>
            <p:nvPr/>
          </p:nvSpPr>
          <p:spPr>
            <a:xfrm>
              <a:off x="230760" y="-283680"/>
              <a:ext cx="486720" cy="58104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3" name="Google Shape;363;p18"/>
            <p:cNvSpPr/>
            <p:nvPr/>
          </p:nvSpPr>
          <p:spPr>
            <a:xfrm>
              <a:off x="359280" y="52920"/>
              <a:ext cx="296640" cy="34992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4" name="Google Shape;364;p18"/>
            <p:cNvSpPr/>
            <p:nvPr/>
          </p:nvSpPr>
          <p:spPr>
            <a:xfrm>
              <a:off x="650520" y="-97200"/>
              <a:ext cx="128520" cy="14544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72700" lIns="91425" spcFirstLastPara="1" rIns="91425" wrap="square" tIns="72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5" name="Google Shape;365;p18"/>
            <p:cNvSpPr/>
            <p:nvPr/>
          </p:nvSpPr>
          <p:spPr>
            <a:xfrm>
              <a:off x="319680" y="20520"/>
              <a:ext cx="296640" cy="34992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6" name="Google Shape;366;p18"/>
            <p:cNvSpPr/>
            <p:nvPr/>
          </p:nvSpPr>
          <p:spPr>
            <a:xfrm>
              <a:off x="-29160" y="307080"/>
              <a:ext cx="198360" cy="23076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7" name="Google Shape;367;p18"/>
            <p:cNvSpPr/>
            <p:nvPr/>
          </p:nvSpPr>
          <p:spPr>
            <a:xfrm>
              <a:off x="-68760" y="274680"/>
              <a:ext cx="198360" cy="23076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8" name="Google Shape;368;p18"/>
            <p:cNvSpPr/>
            <p:nvPr/>
          </p:nvSpPr>
          <p:spPr>
            <a:xfrm>
              <a:off x="738000" y="-307440"/>
              <a:ext cx="163080" cy="15588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78100" lIns="91425" spcFirstLastPara="1" rIns="91425" wrap="square" tIns="78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9" name="Google Shape;369;p18"/>
            <p:cNvSpPr/>
            <p:nvPr/>
          </p:nvSpPr>
          <p:spPr>
            <a:xfrm>
              <a:off x="844200" y="-253080"/>
              <a:ext cx="9000" cy="86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0" name="Google Shape;370;p18"/>
            <p:cNvSpPr/>
            <p:nvPr/>
          </p:nvSpPr>
          <p:spPr>
            <a:xfrm>
              <a:off x="863640" y="-240840"/>
              <a:ext cx="9000" cy="86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1" name="Google Shape;371;p18"/>
            <p:cNvSpPr/>
            <p:nvPr/>
          </p:nvSpPr>
          <p:spPr>
            <a:xfrm>
              <a:off x="779400" y="-248760"/>
              <a:ext cx="9000" cy="86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2" name="Google Shape;372;p18"/>
            <p:cNvSpPr/>
            <p:nvPr/>
          </p:nvSpPr>
          <p:spPr>
            <a:xfrm>
              <a:off x="759600" y="-236160"/>
              <a:ext cx="9000" cy="86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3" name="Google Shape;373;p18"/>
            <p:cNvSpPr/>
            <p:nvPr/>
          </p:nvSpPr>
          <p:spPr>
            <a:xfrm>
              <a:off x="54000" y="387000"/>
              <a:ext cx="252000" cy="25200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4" name="Google Shape;374;p18"/>
            <p:cNvSpPr/>
            <p:nvPr/>
          </p:nvSpPr>
          <p:spPr>
            <a:xfrm>
              <a:off x="-194400" y="-5580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375" name="Google Shape;375;p18"/>
          <p:cNvGrpSpPr/>
          <p:nvPr/>
        </p:nvGrpSpPr>
        <p:grpSpPr>
          <a:xfrm>
            <a:off x="-657294" y="4097860"/>
            <a:ext cx="1687187" cy="1653520"/>
            <a:chOff x="-657294" y="4097860"/>
            <a:chExt cx="1687187" cy="1653520"/>
          </a:xfrm>
        </p:grpSpPr>
        <p:sp>
          <p:nvSpPr>
            <p:cNvPr id="376" name="Google Shape;376;p18"/>
            <p:cNvSpPr/>
            <p:nvPr/>
          </p:nvSpPr>
          <p:spPr>
            <a:xfrm rot="-1309200">
              <a:off x="-471240" y="4297320"/>
              <a:ext cx="1315080" cy="125460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7" name="Google Shape;377;p18"/>
            <p:cNvSpPr/>
            <p:nvPr/>
          </p:nvSpPr>
          <p:spPr>
            <a:xfrm rot="-1309200">
              <a:off x="-423720" y="4363200"/>
              <a:ext cx="1218960" cy="112068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8" name="Google Shape;378;p18"/>
            <p:cNvSpPr/>
            <p:nvPr/>
          </p:nvSpPr>
          <p:spPr>
            <a:xfrm rot="-1309200">
              <a:off x="-81360" y="4466520"/>
              <a:ext cx="527400" cy="90756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79" name="Google Shape;379;p18"/>
            <p:cNvSpPr/>
            <p:nvPr/>
          </p:nvSpPr>
          <p:spPr>
            <a:xfrm rot="-1309200">
              <a:off x="-399240" y="4488840"/>
              <a:ext cx="1198800" cy="99432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80" name="Google Shape;380;p18"/>
            <p:cNvSpPr/>
            <p:nvPr/>
          </p:nvSpPr>
          <p:spPr>
            <a:xfrm rot="-1309200">
              <a:off x="-188280" y="4787280"/>
              <a:ext cx="56160" cy="9648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81" name="Google Shape;381;p18"/>
            <p:cNvSpPr/>
            <p:nvPr/>
          </p:nvSpPr>
          <p:spPr>
            <a:xfrm rot="-1309200">
              <a:off x="-138600" y="4884120"/>
              <a:ext cx="25560" cy="864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82" name="Google Shape;382;p18"/>
            <p:cNvSpPr/>
            <p:nvPr/>
          </p:nvSpPr>
          <p:spPr>
            <a:xfrm rot="-1309200">
              <a:off x="484560" y="4818600"/>
              <a:ext cx="56160" cy="9648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83" name="Google Shape;383;p18"/>
            <p:cNvSpPr/>
            <p:nvPr/>
          </p:nvSpPr>
          <p:spPr>
            <a:xfrm rot="-1309200">
              <a:off x="534240" y="4915440"/>
              <a:ext cx="25560" cy="864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84" name="Google Shape;384;p18"/>
            <p:cNvSpPr/>
            <p:nvPr/>
          </p:nvSpPr>
          <p:spPr>
            <a:xfrm rot="-1309200">
              <a:off x="-55080" y="5363640"/>
              <a:ext cx="56160" cy="9648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85" name="Google Shape;385;p18"/>
            <p:cNvSpPr/>
            <p:nvPr/>
          </p:nvSpPr>
          <p:spPr>
            <a:xfrm rot="-1309200">
              <a:off x="-5400" y="5460480"/>
              <a:ext cx="25560" cy="864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386" name="Google Shape;386;p18"/>
          <p:cNvSpPr/>
          <p:nvPr/>
        </p:nvSpPr>
        <p:spPr>
          <a:xfrm rot="-10574400">
            <a:off x="4866480" y="-451440"/>
            <a:ext cx="3266280" cy="1184040"/>
          </a:xfrm>
          <a:custGeom>
            <a:rect b="b" l="l" r="r" t="t"/>
            <a:pathLst>
              <a:path extrusionOk="0" fill="none" h="19231" w="53041">
                <a:moveTo>
                  <a:pt x="53040" y="14789"/>
                </a:moveTo>
                <a:cubicBezTo>
                  <a:pt x="53040" y="14789"/>
                  <a:pt x="49618" y="17159"/>
                  <a:pt x="41611" y="7597"/>
                </a:cubicBezTo>
                <a:cubicBezTo>
                  <a:pt x="39545" y="5131"/>
                  <a:pt x="36120" y="1533"/>
                  <a:pt x="32481" y="2245"/>
                </a:cubicBezTo>
                <a:cubicBezTo>
                  <a:pt x="31418" y="2453"/>
                  <a:pt x="29859" y="3206"/>
                  <a:pt x="29615" y="4305"/>
                </a:cubicBezTo>
                <a:cubicBezTo>
                  <a:pt x="29228" y="6051"/>
                  <a:pt x="31316" y="6683"/>
                  <a:pt x="32165" y="5721"/>
                </a:cubicBezTo>
                <a:cubicBezTo>
                  <a:pt x="33756" y="3916"/>
                  <a:pt x="30902" y="2404"/>
                  <a:pt x="29468" y="1989"/>
                </a:cubicBezTo>
                <a:cubicBezTo>
                  <a:pt x="22600" y="1"/>
                  <a:pt x="23994" y="8233"/>
                  <a:pt x="15235" y="13731"/>
                </a:cubicBezTo>
                <a:cubicBezTo>
                  <a:pt x="6476" y="19230"/>
                  <a:pt x="1" y="17179"/>
                  <a:pt x="1" y="1717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87" name="Google Shape;387;p18"/>
          <p:cNvSpPr/>
          <p:nvPr/>
        </p:nvSpPr>
        <p:spPr>
          <a:xfrm flipH="1" rot="-10660800">
            <a:off x="5350320" y="4453560"/>
            <a:ext cx="1578600" cy="861120"/>
          </a:xfrm>
          <a:custGeom>
            <a:rect b="b" l="l" r="r" t="t"/>
            <a:pathLst>
              <a:path extrusionOk="0" fill="none" h="12439" w="22813">
                <a:moveTo>
                  <a:pt x="22812" y="0"/>
                </a:moveTo>
                <a:cubicBezTo>
                  <a:pt x="22812" y="0"/>
                  <a:pt x="20999" y="9660"/>
                  <a:pt x="12792" y="11049"/>
                </a:cubicBezTo>
                <a:cubicBezTo>
                  <a:pt x="4584" y="12439"/>
                  <a:pt x="0" y="710"/>
                  <a:pt x="0" y="71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88" name="Google Shape;388;p18"/>
          <p:cNvSpPr/>
          <p:nvPr/>
        </p:nvSpPr>
        <p:spPr>
          <a:xfrm>
            <a:off x="4120920" y="35964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89" name="Google Shape;389;p18"/>
          <p:cNvSpPr/>
          <p:nvPr/>
        </p:nvSpPr>
        <p:spPr>
          <a:xfrm>
            <a:off x="296640" y="124956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390" name="Google Shape;390;p18"/>
          <p:cNvGrpSpPr/>
          <p:nvPr/>
        </p:nvGrpSpPr>
        <p:grpSpPr>
          <a:xfrm>
            <a:off x="8742600" y="2306160"/>
            <a:ext cx="261720" cy="531000"/>
            <a:chOff x="8742600" y="2306160"/>
            <a:chExt cx="261720" cy="531000"/>
          </a:xfrm>
        </p:grpSpPr>
        <p:sp>
          <p:nvSpPr>
            <p:cNvPr id="391" name="Google Shape;391;p18"/>
            <p:cNvSpPr/>
            <p:nvPr/>
          </p:nvSpPr>
          <p:spPr>
            <a:xfrm>
              <a:off x="8742600" y="230616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92" name="Google Shape;392;p18"/>
            <p:cNvSpPr/>
            <p:nvPr/>
          </p:nvSpPr>
          <p:spPr>
            <a:xfrm>
              <a:off x="8814960" y="280116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93" name="Google Shape;393;p18"/>
            <p:cNvSpPr/>
            <p:nvPr/>
          </p:nvSpPr>
          <p:spPr>
            <a:xfrm>
              <a:off x="8863200" y="230616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394" name="Google Shape;394;p18"/>
          <p:cNvSpPr/>
          <p:nvPr/>
        </p:nvSpPr>
        <p:spPr>
          <a:xfrm>
            <a:off x="8615160" y="34272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1_1_1">
  <p:cSld name="BLANK_1_1_1_1_1_1_1">
    <p:bg>
      <p:bgPr>
        <a:solidFill>
          <a:schemeClr val="accent4"/>
        </a:solidFill>
      </p:bgPr>
    </p:bg>
    <p:spTree>
      <p:nvGrpSpPr>
        <p:cNvPr id="395" name="Shape 395"/>
        <p:cNvGrpSpPr/>
        <p:nvPr/>
      </p:nvGrpSpPr>
      <p:grpSpPr>
        <a:xfrm>
          <a:off x="0" y="0"/>
          <a:ext cx="0" cy="0"/>
          <a:chOff x="0" y="0"/>
          <a:chExt cx="0" cy="0"/>
        </a:xfrm>
      </p:grpSpPr>
      <p:sp>
        <p:nvSpPr>
          <p:cNvPr id="396" name="Google Shape;396;p19"/>
          <p:cNvSpPr/>
          <p:nvPr/>
        </p:nvSpPr>
        <p:spPr>
          <a:xfrm flipH="1" rot="10800000">
            <a:off x="1504800" y="4574160"/>
            <a:ext cx="1816200" cy="57240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97" name="Google Shape;397;p19"/>
          <p:cNvSpPr/>
          <p:nvPr/>
        </p:nvSpPr>
        <p:spPr>
          <a:xfrm flipH="1">
            <a:off x="5821560" y="0"/>
            <a:ext cx="1816200" cy="57240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98" name="Google Shape;398;p19"/>
          <p:cNvSpPr/>
          <p:nvPr/>
        </p:nvSpPr>
        <p:spPr>
          <a:xfrm rot="5400000">
            <a:off x="270360" y="-27000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99" name="Google Shape;399;p19"/>
          <p:cNvSpPr/>
          <p:nvPr/>
        </p:nvSpPr>
        <p:spPr>
          <a:xfrm>
            <a:off x="652716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00" name="Google Shape;400;p19"/>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01" name="Google Shape;401;p19"/>
          <p:cNvSpPr txBox="1"/>
          <p:nvPr>
            <p:ph idx="2" type="title"/>
          </p:nvPr>
        </p:nvSpPr>
        <p:spPr>
          <a:xfrm>
            <a:off x="726120" y="1447200"/>
            <a:ext cx="914040" cy="44784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02" name="Google Shape;402;p19"/>
          <p:cNvSpPr txBox="1"/>
          <p:nvPr>
            <p:ph idx="3" type="title"/>
          </p:nvPr>
        </p:nvSpPr>
        <p:spPr>
          <a:xfrm>
            <a:off x="726120" y="3039480"/>
            <a:ext cx="914040" cy="4471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03" name="Google Shape;403;p19"/>
          <p:cNvSpPr txBox="1"/>
          <p:nvPr>
            <p:ph idx="4" type="title"/>
          </p:nvPr>
        </p:nvSpPr>
        <p:spPr>
          <a:xfrm>
            <a:off x="3400560" y="1447200"/>
            <a:ext cx="914040" cy="44784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04" name="Google Shape;404;p19"/>
          <p:cNvSpPr txBox="1"/>
          <p:nvPr>
            <p:ph idx="5" type="title"/>
          </p:nvPr>
        </p:nvSpPr>
        <p:spPr>
          <a:xfrm>
            <a:off x="3400560" y="3039480"/>
            <a:ext cx="914040" cy="44784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05" name="Google Shape;405;p19"/>
          <p:cNvSpPr txBox="1"/>
          <p:nvPr>
            <p:ph idx="6" type="title"/>
          </p:nvPr>
        </p:nvSpPr>
        <p:spPr>
          <a:xfrm>
            <a:off x="6075360" y="1447200"/>
            <a:ext cx="914040" cy="4471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06" name="Google Shape;406;p19"/>
          <p:cNvSpPr txBox="1"/>
          <p:nvPr>
            <p:ph idx="7" type="title"/>
          </p:nvPr>
        </p:nvSpPr>
        <p:spPr>
          <a:xfrm>
            <a:off x="6075360" y="3039480"/>
            <a:ext cx="915840" cy="44784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407" name="Google Shape;407;p19"/>
          <p:cNvGrpSpPr/>
          <p:nvPr/>
        </p:nvGrpSpPr>
        <p:grpSpPr>
          <a:xfrm>
            <a:off x="-264245" y="4431087"/>
            <a:ext cx="1328050" cy="1218518"/>
            <a:chOff x="-264245" y="4431087"/>
            <a:chExt cx="1328050" cy="1218518"/>
          </a:xfrm>
        </p:grpSpPr>
        <p:sp>
          <p:nvSpPr>
            <p:cNvPr id="408" name="Google Shape;408;p19"/>
            <p:cNvSpPr/>
            <p:nvPr/>
          </p:nvSpPr>
          <p:spPr>
            <a:xfrm flipH="1" rot="1386600">
              <a:off x="-137520" y="4608000"/>
              <a:ext cx="1074600" cy="86544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09" name="Google Shape;409;p19"/>
            <p:cNvSpPr/>
            <p:nvPr/>
          </p:nvSpPr>
          <p:spPr>
            <a:xfrm flipH="1" rot="1386600">
              <a:off x="-90720" y="500328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0" name="Google Shape;410;p19"/>
            <p:cNvSpPr/>
            <p:nvPr/>
          </p:nvSpPr>
          <p:spPr>
            <a:xfrm flipH="1" rot="1386600">
              <a:off x="-22320" y="491292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1" name="Google Shape;411;p19"/>
            <p:cNvSpPr/>
            <p:nvPr/>
          </p:nvSpPr>
          <p:spPr>
            <a:xfrm flipH="1" rot="1386600">
              <a:off x="46080" y="482076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2" name="Google Shape;412;p19"/>
            <p:cNvSpPr/>
            <p:nvPr/>
          </p:nvSpPr>
          <p:spPr>
            <a:xfrm flipH="1" rot="1386600">
              <a:off x="113760" y="473256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3" name="Google Shape;413;p19"/>
            <p:cNvSpPr/>
            <p:nvPr/>
          </p:nvSpPr>
          <p:spPr>
            <a:xfrm flipH="1" rot="1386600">
              <a:off x="-159120" y="509328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4" name="Google Shape;414;p19"/>
            <p:cNvSpPr/>
            <p:nvPr/>
          </p:nvSpPr>
          <p:spPr>
            <a:xfrm flipH="1" rot="1386600">
              <a:off x="-132480" y="4583160"/>
              <a:ext cx="951840" cy="86544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5" name="Google Shape;415;p19"/>
            <p:cNvSpPr/>
            <p:nvPr/>
          </p:nvSpPr>
          <p:spPr>
            <a:xfrm flipH="1" rot="1386600">
              <a:off x="519480" y="4663800"/>
              <a:ext cx="270360" cy="781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39225" lIns="91425" spcFirstLastPara="1" rIns="91425" wrap="square" tIns="39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6" name="Google Shape;416;p19"/>
            <p:cNvSpPr/>
            <p:nvPr/>
          </p:nvSpPr>
          <p:spPr>
            <a:xfrm flipH="1" rot="1386600">
              <a:off x="461520" y="4627800"/>
              <a:ext cx="354600" cy="19440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7" name="Google Shape;417;p19"/>
            <p:cNvSpPr/>
            <p:nvPr/>
          </p:nvSpPr>
          <p:spPr>
            <a:xfrm flipH="1" rot="1386600">
              <a:off x="720000" y="4844880"/>
              <a:ext cx="31320" cy="1548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7900" lIns="91425" spcFirstLastPara="1" rIns="91425" wrap="square" tIns="7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8" name="Google Shape;418;p19"/>
            <p:cNvSpPr/>
            <p:nvPr/>
          </p:nvSpPr>
          <p:spPr>
            <a:xfrm flipH="1" rot="1386600">
              <a:off x="476280" y="4656240"/>
              <a:ext cx="31320" cy="1548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7900" lIns="91425" spcFirstLastPara="1" rIns="91425" wrap="square" tIns="7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19" name="Google Shape;419;p19"/>
            <p:cNvSpPr/>
            <p:nvPr/>
          </p:nvSpPr>
          <p:spPr>
            <a:xfrm flipH="1" rot="1386600">
              <a:off x="35280" y="4508280"/>
              <a:ext cx="228240" cy="676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0" name="Google Shape;420;p19"/>
            <p:cNvSpPr/>
            <p:nvPr/>
          </p:nvSpPr>
          <p:spPr>
            <a:xfrm flipH="1" rot="1386600">
              <a:off x="137520" y="4839840"/>
              <a:ext cx="20160" cy="1872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9350" lIns="91425" spcFirstLastPara="1" rIns="91425" wrap="square" tIns="9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1" name="Google Shape;421;p19"/>
            <p:cNvSpPr/>
            <p:nvPr/>
          </p:nvSpPr>
          <p:spPr>
            <a:xfrm flipH="1" rot="1386600">
              <a:off x="82080" y="4768200"/>
              <a:ext cx="133920" cy="1562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78100" lIns="91425" spcFirstLastPara="1" rIns="91425" wrap="square" tIns="78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22" name="Google Shape;422;p19"/>
            <p:cNvSpPr/>
            <p:nvPr/>
          </p:nvSpPr>
          <p:spPr>
            <a:xfrm flipH="1" rot="1386600">
              <a:off x="74520" y="4890960"/>
              <a:ext cx="65160" cy="2268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3" name="Google Shape;423;p19"/>
            <p:cNvSpPr/>
            <p:nvPr/>
          </p:nvSpPr>
          <p:spPr>
            <a:xfrm flipH="1" rot="1386600">
              <a:off x="535680" y="4896000"/>
              <a:ext cx="228240" cy="676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4" name="Google Shape;424;p19"/>
            <p:cNvSpPr/>
            <p:nvPr/>
          </p:nvSpPr>
          <p:spPr>
            <a:xfrm flipH="1" rot="1386600">
              <a:off x="638280" y="5227560"/>
              <a:ext cx="20160" cy="1872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9350" lIns="91425" spcFirstLastPara="1" rIns="91425" wrap="square" tIns="9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5" name="Google Shape;425;p19"/>
            <p:cNvSpPr/>
            <p:nvPr/>
          </p:nvSpPr>
          <p:spPr>
            <a:xfrm flipH="1" rot="1386600">
              <a:off x="583200" y="5156280"/>
              <a:ext cx="133560" cy="15660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78475" lIns="91425" spcFirstLastPara="1" rIns="91425" wrap="square" tIns="784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26" name="Google Shape;426;p19"/>
            <p:cNvSpPr/>
            <p:nvPr/>
          </p:nvSpPr>
          <p:spPr>
            <a:xfrm flipH="1" rot="1386600">
              <a:off x="574920" y="5278680"/>
              <a:ext cx="65160" cy="2268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7" name="Google Shape;427;p19"/>
            <p:cNvSpPr/>
            <p:nvPr/>
          </p:nvSpPr>
          <p:spPr>
            <a:xfrm flipH="1" rot="1386600">
              <a:off x="700560" y="4847040"/>
              <a:ext cx="56520" cy="237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1875" lIns="91425" spcFirstLastPara="1" rIns="91425" wrap="square" tIns="118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8" name="Google Shape;428;p19"/>
            <p:cNvSpPr/>
            <p:nvPr/>
          </p:nvSpPr>
          <p:spPr>
            <a:xfrm flipH="1" rot="1386600">
              <a:off x="702720" y="4848120"/>
              <a:ext cx="56520" cy="2016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0075" lIns="91425" spcFirstLastPara="1" rIns="91425" wrap="square" tIns="100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29" name="Google Shape;429;p19"/>
            <p:cNvSpPr/>
            <p:nvPr/>
          </p:nvSpPr>
          <p:spPr>
            <a:xfrm flipH="1" rot="1386600">
              <a:off x="457920" y="4658760"/>
              <a:ext cx="55800" cy="2340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1875" lIns="91425" spcFirstLastPara="1" rIns="91425" wrap="square" tIns="118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30" name="Google Shape;430;p19"/>
            <p:cNvSpPr/>
            <p:nvPr/>
          </p:nvSpPr>
          <p:spPr>
            <a:xfrm flipH="1" rot="1386600">
              <a:off x="459000" y="4659120"/>
              <a:ext cx="56520" cy="2016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0075" lIns="91425" spcFirstLastPara="1" rIns="91425" wrap="square" tIns="100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431" name="Google Shape;431;p19"/>
          <p:cNvGrpSpPr/>
          <p:nvPr/>
        </p:nvGrpSpPr>
        <p:grpSpPr>
          <a:xfrm>
            <a:off x="8301960" y="4440600"/>
            <a:ext cx="993240" cy="919080"/>
            <a:chOff x="8301960" y="4440600"/>
            <a:chExt cx="993240" cy="919080"/>
          </a:xfrm>
        </p:grpSpPr>
        <p:sp>
          <p:nvSpPr>
            <p:cNvPr id="432" name="Google Shape;432;p19"/>
            <p:cNvSpPr/>
            <p:nvPr/>
          </p:nvSpPr>
          <p:spPr>
            <a:xfrm>
              <a:off x="8301960" y="4440600"/>
              <a:ext cx="993240" cy="91908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33" name="Google Shape;433;p19"/>
            <p:cNvSpPr/>
            <p:nvPr/>
          </p:nvSpPr>
          <p:spPr>
            <a:xfrm>
              <a:off x="8440920" y="4704840"/>
              <a:ext cx="753480" cy="58140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34" name="Google Shape;434;p19"/>
            <p:cNvSpPr/>
            <p:nvPr/>
          </p:nvSpPr>
          <p:spPr>
            <a:xfrm>
              <a:off x="8429040" y="4555440"/>
              <a:ext cx="680040" cy="5670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35" name="Google Shape;435;p19"/>
            <p:cNvSpPr/>
            <p:nvPr/>
          </p:nvSpPr>
          <p:spPr>
            <a:xfrm>
              <a:off x="8757000" y="4737600"/>
              <a:ext cx="142560" cy="21564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36" name="Google Shape;436;p19"/>
            <p:cNvSpPr/>
            <p:nvPr/>
          </p:nvSpPr>
          <p:spPr>
            <a:xfrm>
              <a:off x="8757720" y="4915440"/>
              <a:ext cx="72360" cy="2440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37" name="Google Shape;437;p19"/>
            <p:cNvSpPr/>
            <p:nvPr/>
          </p:nvSpPr>
          <p:spPr>
            <a:xfrm>
              <a:off x="8771040" y="4927680"/>
              <a:ext cx="15480" cy="136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6825" lIns="91425" spcFirstLastPara="1" rIns="91425" wrap="square" tIns="6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38" name="Google Shape;438;p19"/>
            <p:cNvSpPr/>
            <p:nvPr/>
          </p:nvSpPr>
          <p:spPr>
            <a:xfrm>
              <a:off x="8440920" y="4704840"/>
              <a:ext cx="753480" cy="58140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39" name="Google Shape;439;p19"/>
            <p:cNvSpPr/>
            <p:nvPr/>
          </p:nvSpPr>
          <p:spPr>
            <a:xfrm>
              <a:off x="8461080" y="4587840"/>
              <a:ext cx="698040" cy="66600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440" name="Google Shape;440;p19"/>
          <p:cNvGrpSpPr/>
          <p:nvPr/>
        </p:nvGrpSpPr>
        <p:grpSpPr>
          <a:xfrm>
            <a:off x="-453962" y="-501779"/>
            <a:ext cx="1294204" cy="1422140"/>
            <a:chOff x="-453962" y="-501779"/>
            <a:chExt cx="1294204" cy="1422140"/>
          </a:xfrm>
        </p:grpSpPr>
        <p:sp>
          <p:nvSpPr>
            <p:cNvPr id="441" name="Google Shape;441;p19"/>
            <p:cNvSpPr/>
            <p:nvPr/>
          </p:nvSpPr>
          <p:spPr>
            <a:xfrm rot="716400">
              <a:off x="-338400" y="-404640"/>
              <a:ext cx="1063080" cy="122832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42" name="Google Shape;442;p19"/>
            <p:cNvSpPr/>
            <p:nvPr/>
          </p:nvSpPr>
          <p:spPr>
            <a:xfrm rot="716400">
              <a:off x="-322200" y="-434880"/>
              <a:ext cx="759600" cy="110376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43" name="Google Shape;443;p19"/>
            <p:cNvSpPr/>
            <p:nvPr/>
          </p:nvSpPr>
          <p:spPr>
            <a:xfrm rot="716400">
              <a:off x="-307080" y="-460800"/>
              <a:ext cx="498960" cy="98316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44" name="Google Shape;444;p19"/>
            <p:cNvSpPr/>
            <p:nvPr/>
          </p:nvSpPr>
          <p:spPr>
            <a:xfrm rot="716400">
              <a:off x="-97200" y="236160"/>
              <a:ext cx="445680" cy="22716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45" name="Google Shape;445;p19"/>
            <p:cNvSpPr/>
            <p:nvPr/>
          </p:nvSpPr>
          <p:spPr>
            <a:xfrm rot="716400">
              <a:off x="-138960" y="291960"/>
              <a:ext cx="445680" cy="22716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46" name="Google Shape;446;p19"/>
            <p:cNvSpPr/>
            <p:nvPr/>
          </p:nvSpPr>
          <p:spPr>
            <a:xfrm rot="716400">
              <a:off x="-180720" y="348120"/>
              <a:ext cx="445680" cy="22716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47" name="Google Shape;447;p19"/>
            <p:cNvSpPr/>
            <p:nvPr/>
          </p:nvSpPr>
          <p:spPr>
            <a:xfrm rot="716400">
              <a:off x="111960" y="-42840"/>
              <a:ext cx="370800" cy="32544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48" name="Google Shape;448;p19"/>
            <p:cNvSpPr/>
            <p:nvPr/>
          </p:nvSpPr>
          <p:spPr>
            <a:xfrm rot="716400">
              <a:off x="132120" y="79200"/>
              <a:ext cx="282600" cy="14004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70200" lIns="91425" spcFirstLastPara="1" rIns="91425" wrap="square" tIns="70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49" name="Google Shape;449;p19"/>
            <p:cNvSpPr/>
            <p:nvPr/>
          </p:nvSpPr>
          <p:spPr>
            <a:xfrm rot="716400">
              <a:off x="183240" y="-48240"/>
              <a:ext cx="147600" cy="27864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0" name="Google Shape;450;p19"/>
            <p:cNvSpPr/>
            <p:nvPr/>
          </p:nvSpPr>
          <p:spPr>
            <a:xfrm rot="716400">
              <a:off x="179280" y="20520"/>
              <a:ext cx="282600" cy="14004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70200" lIns="91425" spcFirstLastPara="1" rIns="91425" wrap="square" tIns="70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1" name="Google Shape;451;p19"/>
            <p:cNvSpPr/>
            <p:nvPr/>
          </p:nvSpPr>
          <p:spPr>
            <a:xfrm rot="716400">
              <a:off x="263160" y="10800"/>
              <a:ext cx="147600" cy="27864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2" name="Google Shape;452;p19"/>
            <p:cNvSpPr/>
            <p:nvPr/>
          </p:nvSpPr>
          <p:spPr>
            <a:xfrm rot="716400">
              <a:off x="225360" y="-23760"/>
              <a:ext cx="143640" cy="28836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3" name="Google Shape;453;p19"/>
            <p:cNvSpPr/>
            <p:nvPr/>
          </p:nvSpPr>
          <p:spPr>
            <a:xfrm rot="716400">
              <a:off x="153360" y="47520"/>
              <a:ext cx="288360" cy="14364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2000" lIns="91425" spcFirstLastPara="1" rIns="91425" wrap="square" tIns="72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4" name="Google Shape;454;p19"/>
            <p:cNvSpPr/>
            <p:nvPr/>
          </p:nvSpPr>
          <p:spPr>
            <a:xfrm rot="716400">
              <a:off x="199080" y="-350280"/>
              <a:ext cx="602280" cy="27036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455" name="Google Shape;455;p19"/>
          <p:cNvSpPr/>
          <p:nvPr/>
        </p:nvSpPr>
        <p:spPr>
          <a:xfrm flipH="1">
            <a:off x="138960" y="363456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56" name="Google Shape;456;p19"/>
          <p:cNvSpPr/>
          <p:nvPr/>
        </p:nvSpPr>
        <p:spPr>
          <a:xfrm flipH="1">
            <a:off x="1672920" y="486612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57" name="Google Shape;457;p19"/>
          <p:cNvSpPr/>
          <p:nvPr/>
        </p:nvSpPr>
        <p:spPr>
          <a:xfrm flipH="1">
            <a:off x="8751960" y="120312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58" name="Google Shape;458;p19"/>
          <p:cNvSpPr/>
          <p:nvPr/>
        </p:nvSpPr>
        <p:spPr>
          <a:xfrm flipH="1">
            <a:off x="6526440" y="19332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59" name="Google Shape;459;p19"/>
          <p:cNvSpPr/>
          <p:nvPr/>
        </p:nvSpPr>
        <p:spPr>
          <a:xfrm rot="348000">
            <a:off x="1656720" y="-619200"/>
            <a:ext cx="2479680" cy="11026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60" name="Google Shape;460;p19"/>
          <p:cNvSpPr/>
          <p:nvPr/>
        </p:nvSpPr>
        <p:spPr>
          <a:xfrm flipH="1" rot="10452000">
            <a:off x="4866840" y="4696920"/>
            <a:ext cx="2479680" cy="11026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461" name="Google Shape;461;p19"/>
          <p:cNvGrpSpPr/>
          <p:nvPr/>
        </p:nvGrpSpPr>
        <p:grpSpPr>
          <a:xfrm>
            <a:off x="8750160" y="3570480"/>
            <a:ext cx="261720" cy="531360"/>
            <a:chOff x="8750160" y="3570480"/>
            <a:chExt cx="261720" cy="531360"/>
          </a:xfrm>
        </p:grpSpPr>
        <p:sp>
          <p:nvSpPr>
            <p:cNvPr id="462" name="Google Shape;462;p19"/>
            <p:cNvSpPr/>
            <p:nvPr/>
          </p:nvSpPr>
          <p:spPr>
            <a:xfrm>
              <a:off x="8750160" y="357048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63" name="Google Shape;463;p19"/>
            <p:cNvSpPr/>
            <p:nvPr/>
          </p:nvSpPr>
          <p:spPr>
            <a:xfrm>
              <a:off x="8822160" y="406584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64" name="Google Shape;464;p19"/>
            <p:cNvSpPr/>
            <p:nvPr/>
          </p:nvSpPr>
          <p:spPr>
            <a:xfrm>
              <a:off x="8870760" y="357048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465" name="Google Shape;465;p19"/>
          <p:cNvGrpSpPr/>
          <p:nvPr/>
        </p:nvGrpSpPr>
        <p:grpSpPr>
          <a:xfrm>
            <a:off x="179280" y="1144080"/>
            <a:ext cx="261720" cy="531000"/>
            <a:chOff x="179280" y="1144080"/>
            <a:chExt cx="261720" cy="531000"/>
          </a:xfrm>
        </p:grpSpPr>
        <p:sp>
          <p:nvSpPr>
            <p:cNvPr id="466" name="Google Shape;466;p19"/>
            <p:cNvSpPr/>
            <p:nvPr/>
          </p:nvSpPr>
          <p:spPr>
            <a:xfrm>
              <a:off x="179280" y="114408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67" name="Google Shape;467;p19"/>
            <p:cNvSpPr/>
            <p:nvPr/>
          </p:nvSpPr>
          <p:spPr>
            <a:xfrm>
              <a:off x="251640" y="163908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68" name="Google Shape;468;p19"/>
            <p:cNvSpPr/>
            <p:nvPr/>
          </p:nvSpPr>
          <p:spPr>
            <a:xfrm>
              <a:off x="299880" y="114408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469" name="Google Shape;469;p19"/>
          <p:cNvGrpSpPr/>
          <p:nvPr/>
        </p:nvGrpSpPr>
        <p:grpSpPr>
          <a:xfrm>
            <a:off x="7982598" y="-686431"/>
            <a:ext cx="1659684" cy="1655102"/>
            <a:chOff x="7982598" y="-686431"/>
            <a:chExt cx="1659684" cy="1655102"/>
          </a:xfrm>
        </p:grpSpPr>
        <p:sp>
          <p:nvSpPr>
            <p:cNvPr id="470" name="Google Shape;470;p19"/>
            <p:cNvSpPr/>
            <p:nvPr/>
          </p:nvSpPr>
          <p:spPr>
            <a:xfrm rot="2499000">
              <a:off x="8211600" y="-432000"/>
              <a:ext cx="1201680" cy="114624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1" name="Google Shape;471;p19"/>
            <p:cNvSpPr/>
            <p:nvPr/>
          </p:nvSpPr>
          <p:spPr>
            <a:xfrm rot="2499000">
              <a:off x="8255880" y="-371880"/>
              <a:ext cx="1113840" cy="102420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2" name="Google Shape;472;p19"/>
            <p:cNvSpPr/>
            <p:nvPr/>
          </p:nvSpPr>
          <p:spPr>
            <a:xfrm rot="2499000">
              <a:off x="8573040" y="-279000"/>
              <a:ext cx="482040" cy="82908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73" name="Google Shape;473;p19"/>
            <p:cNvSpPr/>
            <p:nvPr/>
          </p:nvSpPr>
          <p:spPr>
            <a:xfrm rot="2499000">
              <a:off x="8219880" y="-276840"/>
              <a:ext cx="1095480" cy="90864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4" name="Google Shape;474;p19"/>
            <p:cNvSpPr/>
            <p:nvPr/>
          </p:nvSpPr>
          <p:spPr>
            <a:xfrm rot="2499000">
              <a:off x="8717760" y="-222840"/>
              <a:ext cx="51120" cy="8784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3900" lIns="91425" spcFirstLastPara="1" rIns="91425" wrap="square" tIns="43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75" name="Google Shape;475;p19"/>
            <p:cNvSpPr/>
            <p:nvPr/>
          </p:nvSpPr>
          <p:spPr>
            <a:xfrm rot="2499000">
              <a:off x="8702640" y="-132840"/>
              <a:ext cx="23400" cy="792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76" name="Google Shape;476;p19"/>
            <p:cNvSpPr/>
            <p:nvPr/>
          </p:nvSpPr>
          <p:spPr>
            <a:xfrm rot="2499000">
              <a:off x="8966880" y="340200"/>
              <a:ext cx="51120" cy="8784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3900" lIns="91425" spcFirstLastPara="1" rIns="91425" wrap="square" tIns="43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77" name="Google Shape;477;p19"/>
            <p:cNvSpPr/>
            <p:nvPr/>
          </p:nvSpPr>
          <p:spPr>
            <a:xfrm rot="2499000">
              <a:off x="8951760" y="430200"/>
              <a:ext cx="23400" cy="792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78" name="Google Shape;478;p19"/>
            <p:cNvSpPr/>
            <p:nvPr/>
          </p:nvSpPr>
          <p:spPr>
            <a:xfrm rot="2499000">
              <a:off x="8300880" y="120960"/>
              <a:ext cx="51120" cy="8784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3900" lIns="91425" spcFirstLastPara="1" rIns="91425" wrap="square" tIns="43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79" name="Google Shape;479;p19"/>
            <p:cNvSpPr/>
            <p:nvPr/>
          </p:nvSpPr>
          <p:spPr>
            <a:xfrm rot="2499000">
              <a:off x="8285760" y="210960"/>
              <a:ext cx="23400" cy="792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
  <p:cSld name="BLANK_1_1">
    <p:bg>
      <p:bgPr>
        <a:solidFill>
          <a:schemeClr val="accent4"/>
        </a:solidFill>
      </p:bgPr>
    </p:bg>
    <p:spTree>
      <p:nvGrpSpPr>
        <p:cNvPr id="480" name="Shape 480"/>
        <p:cNvGrpSpPr/>
        <p:nvPr/>
      </p:nvGrpSpPr>
      <p:grpSpPr>
        <a:xfrm>
          <a:off x="0" y="0"/>
          <a:ext cx="0" cy="0"/>
          <a:chOff x="0" y="0"/>
          <a:chExt cx="0" cy="0"/>
        </a:xfrm>
      </p:grpSpPr>
      <p:sp>
        <p:nvSpPr>
          <p:cNvPr id="481" name="Google Shape;481;p20"/>
          <p:cNvSpPr/>
          <p:nvPr/>
        </p:nvSpPr>
        <p:spPr>
          <a:xfrm flipH="1">
            <a:off x="3745080" y="-4788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82" name="Google Shape;482;p20"/>
          <p:cNvSpPr/>
          <p:nvPr/>
        </p:nvSpPr>
        <p:spPr>
          <a:xfrm flipH="1" rot="5400000">
            <a:off x="27000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83" name="Google Shape;483;p20"/>
          <p:cNvSpPr/>
          <p:nvPr/>
        </p:nvSpPr>
        <p:spPr>
          <a:xfrm>
            <a:off x="652716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484" name="Google Shape;484;p20"/>
          <p:cNvGrpSpPr/>
          <p:nvPr/>
        </p:nvGrpSpPr>
        <p:grpSpPr>
          <a:xfrm>
            <a:off x="-573480" y="-574560"/>
            <a:ext cx="1362240" cy="1457640"/>
            <a:chOff x="-573480" y="-574560"/>
            <a:chExt cx="1362240" cy="1457640"/>
          </a:xfrm>
        </p:grpSpPr>
        <p:sp>
          <p:nvSpPr>
            <p:cNvPr id="485" name="Google Shape;485;p20"/>
            <p:cNvSpPr/>
            <p:nvPr/>
          </p:nvSpPr>
          <p:spPr>
            <a:xfrm>
              <a:off x="-413640" y="-574560"/>
              <a:ext cx="1202400" cy="121176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86" name="Google Shape;486;p20"/>
            <p:cNvSpPr/>
            <p:nvPr/>
          </p:nvSpPr>
          <p:spPr>
            <a:xfrm>
              <a:off x="-413640" y="-574560"/>
              <a:ext cx="1202400" cy="84636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87" name="Google Shape;487;p20"/>
            <p:cNvSpPr/>
            <p:nvPr/>
          </p:nvSpPr>
          <p:spPr>
            <a:xfrm>
              <a:off x="16560" y="-432000"/>
              <a:ext cx="128880" cy="11628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88" name="Google Shape;488;p20"/>
            <p:cNvSpPr/>
            <p:nvPr/>
          </p:nvSpPr>
          <p:spPr>
            <a:xfrm>
              <a:off x="33120" y="-168480"/>
              <a:ext cx="494640" cy="53316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89" name="Google Shape;489;p20"/>
            <p:cNvSpPr/>
            <p:nvPr/>
          </p:nvSpPr>
          <p:spPr>
            <a:xfrm>
              <a:off x="200520" y="-123120"/>
              <a:ext cx="395640" cy="42516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90" name="Google Shape;490;p20"/>
            <p:cNvSpPr/>
            <p:nvPr/>
          </p:nvSpPr>
          <p:spPr>
            <a:xfrm>
              <a:off x="532440" y="102600"/>
              <a:ext cx="131400" cy="13716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91" name="Google Shape;491;p20"/>
            <p:cNvSpPr/>
            <p:nvPr/>
          </p:nvSpPr>
          <p:spPr>
            <a:xfrm>
              <a:off x="406800" y="-33840"/>
              <a:ext cx="131400" cy="13716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92" name="Google Shape;492;p20"/>
            <p:cNvSpPr/>
            <p:nvPr/>
          </p:nvSpPr>
          <p:spPr>
            <a:xfrm>
              <a:off x="-573480" y="-5040"/>
              <a:ext cx="1213200" cy="8881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93" name="Google Shape;493;p20"/>
            <p:cNvSpPr/>
            <p:nvPr/>
          </p:nvSpPr>
          <p:spPr>
            <a:xfrm>
              <a:off x="-573480" y="-5040"/>
              <a:ext cx="1213200" cy="66744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94" name="Google Shape;494;p20"/>
            <p:cNvSpPr/>
            <p:nvPr/>
          </p:nvSpPr>
          <p:spPr>
            <a:xfrm>
              <a:off x="-537120" y="351360"/>
              <a:ext cx="1096560" cy="36072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95" name="Google Shape;495;p20"/>
            <p:cNvSpPr/>
            <p:nvPr/>
          </p:nvSpPr>
          <p:spPr>
            <a:xfrm>
              <a:off x="-142560" y="329760"/>
              <a:ext cx="672480" cy="20304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96" name="Google Shape;496;p20"/>
            <p:cNvSpPr/>
            <p:nvPr/>
          </p:nvSpPr>
          <p:spPr>
            <a:xfrm>
              <a:off x="21240" y="273240"/>
              <a:ext cx="529920" cy="16920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84600" lIns="91425" spcFirstLastPara="1" rIns="91425" wrap="square" tIns="84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97" name="Google Shape;497;p20"/>
            <p:cNvSpPr/>
            <p:nvPr/>
          </p:nvSpPr>
          <p:spPr>
            <a:xfrm>
              <a:off x="-368640" y="77400"/>
              <a:ext cx="127800" cy="11628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498" name="Google Shape;498;p20"/>
          <p:cNvGrpSpPr/>
          <p:nvPr/>
        </p:nvGrpSpPr>
        <p:grpSpPr>
          <a:xfrm>
            <a:off x="-1108471" y="3883821"/>
            <a:ext cx="2097330" cy="2174179"/>
            <a:chOff x="-1108471" y="3883821"/>
            <a:chExt cx="2097330" cy="2174179"/>
          </a:xfrm>
        </p:grpSpPr>
        <p:sp>
          <p:nvSpPr>
            <p:cNvPr id="499" name="Google Shape;499;p20"/>
            <p:cNvSpPr/>
            <p:nvPr/>
          </p:nvSpPr>
          <p:spPr>
            <a:xfrm flipH="1" rot="6753000">
              <a:off x="-1113120" y="43016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0" name="Google Shape;500;p20"/>
            <p:cNvSpPr/>
            <p:nvPr/>
          </p:nvSpPr>
          <p:spPr>
            <a:xfrm flipH="1" rot="6753000">
              <a:off x="-1113120" y="43016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01" name="Google Shape;501;p20"/>
            <p:cNvSpPr/>
            <p:nvPr/>
          </p:nvSpPr>
          <p:spPr>
            <a:xfrm flipH="1" rot="6753000">
              <a:off x="-813600" y="4722480"/>
              <a:ext cx="1450800" cy="66060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2" name="Google Shape;502;p20"/>
            <p:cNvSpPr/>
            <p:nvPr/>
          </p:nvSpPr>
          <p:spPr>
            <a:xfrm flipH="1" rot="6753000">
              <a:off x="-500760" y="4610880"/>
              <a:ext cx="971280" cy="4334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3" name="Google Shape;503;p20"/>
            <p:cNvSpPr/>
            <p:nvPr/>
          </p:nvSpPr>
          <p:spPr>
            <a:xfrm flipH="1" rot="6753000">
              <a:off x="-550440" y="4597200"/>
              <a:ext cx="897840" cy="403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4" name="Google Shape;504;p20"/>
            <p:cNvSpPr/>
            <p:nvPr/>
          </p:nvSpPr>
          <p:spPr>
            <a:xfrm flipH="1" rot="6753000">
              <a:off x="-600120" y="4578120"/>
              <a:ext cx="830520" cy="37584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5" name="Google Shape;505;p20"/>
            <p:cNvSpPr/>
            <p:nvPr/>
          </p:nvSpPr>
          <p:spPr>
            <a:xfrm flipH="1" rot="6753000">
              <a:off x="-703800" y="4633920"/>
              <a:ext cx="493920" cy="23652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6" name="Google Shape;506;p20"/>
            <p:cNvSpPr/>
            <p:nvPr/>
          </p:nvSpPr>
          <p:spPr>
            <a:xfrm flipH="1" rot="6753000">
              <a:off x="-273960" y="4414320"/>
              <a:ext cx="195840" cy="11340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56875" lIns="91425" spcFirstLastPara="1" rIns="91425" wrap="square" tIns="56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7" name="Google Shape;507;p20"/>
            <p:cNvSpPr/>
            <p:nvPr/>
          </p:nvSpPr>
          <p:spPr>
            <a:xfrm flipH="1" rot="6753000">
              <a:off x="-659520" y="4677840"/>
              <a:ext cx="493920" cy="23652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8" name="Google Shape;508;p20"/>
            <p:cNvSpPr/>
            <p:nvPr/>
          </p:nvSpPr>
          <p:spPr>
            <a:xfrm flipH="1" rot="6753000">
              <a:off x="-801000" y="5222880"/>
              <a:ext cx="320040" cy="16488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9" name="Google Shape;509;p20"/>
            <p:cNvSpPr/>
            <p:nvPr/>
          </p:nvSpPr>
          <p:spPr>
            <a:xfrm flipH="1" rot="6753000">
              <a:off x="-756720" y="5267520"/>
              <a:ext cx="320040" cy="16452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0" name="Google Shape;510;p20"/>
            <p:cNvSpPr/>
            <p:nvPr/>
          </p:nvSpPr>
          <p:spPr>
            <a:xfrm flipH="1" rot="6753000">
              <a:off x="-39600" y="4236120"/>
              <a:ext cx="178920" cy="18252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1" name="Google Shape;511;p20"/>
            <p:cNvSpPr/>
            <p:nvPr/>
          </p:nvSpPr>
          <p:spPr>
            <a:xfrm flipH="1" rot="6753000">
              <a:off x="74520" y="4277160"/>
              <a:ext cx="11160" cy="104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2" name="Google Shape;512;p20"/>
            <p:cNvSpPr/>
            <p:nvPr/>
          </p:nvSpPr>
          <p:spPr>
            <a:xfrm flipH="1" rot="6753000">
              <a:off x="57240" y="4254840"/>
              <a:ext cx="11160" cy="104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3" name="Google Shape;513;p20"/>
            <p:cNvSpPr/>
            <p:nvPr/>
          </p:nvSpPr>
          <p:spPr>
            <a:xfrm flipH="1" rot="6753000">
              <a:off x="77040" y="4356000"/>
              <a:ext cx="8280" cy="900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4" name="Google Shape;514;p20"/>
            <p:cNvSpPr/>
            <p:nvPr/>
          </p:nvSpPr>
          <p:spPr>
            <a:xfrm flipH="1" rot="6753000">
              <a:off x="64800" y="4381200"/>
              <a:ext cx="8280" cy="900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5" name="Google Shape;515;p20"/>
            <p:cNvSpPr/>
            <p:nvPr/>
          </p:nvSpPr>
          <p:spPr>
            <a:xfrm flipH="1" rot="6753000">
              <a:off x="-905400" y="5040360"/>
              <a:ext cx="284400" cy="28440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6" name="Google Shape;516;p20"/>
            <p:cNvSpPr/>
            <p:nvPr/>
          </p:nvSpPr>
          <p:spPr>
            <a:xfrm flipH="1" rot="6753000">
              <a:off x="-668520" y="4290480"/>
              <a:ext cx="1381320" cy="151992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7" name="Google Shape;517;p20"/>
            <p:cNvSpPr/>
            <p:nvPr/>
          </p:nvSpPr>
          <p:spPr>
            <a:xfrm flipH="1" rot="6753000">
              <a:off x="-420480" y="47044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8" name="Google Shape;518;p20"/>
            <p:cNvSpPr/>
            <p:nvPr/>
          </p:nvSpPr>
          <p:spPr>
            <a:xfrm flipH="1" rot="6753000">
              <a:off x="-64080" y="4765320"/>
              <a:ext cx="689400" cy="82476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9" name="Google Shape;519;p20"/>
            <p:cNvSpPr/>
            <p:nvPr/>
          </p:nvSpPr>
          <p:spPr>
            <a:xfrm flipH="1" rot="6753000">
              <a:off x="-100800" y="4729320"/>
              <a:ext cx="638640" cy="76356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0" name="Google Shape;520;p20"/>
            <p:cNvSpPr/>
            <p:nvPr/>
          </p:nvSpPr>
          <p:spPr>
            <a:xfrm flipH="1" rot="6753000">
              <a:off x="-136080" y="4689720"/>
              <a:ext cx="592560" cy="70740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1" name="Google Shape;521;p20"/>
            <p:cNvSpPr/>
            <p:nvPr/>
          </p:nvSpPr>
          <p:spPr>
            <a:xfrm flipH="1" rot="6753000">
              <a:off x="-253440" y="4689000"/>
              <a:ext cx="361080" cy="42624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2" name="Google Shape;522;p20"/>
            <p:cNvSpPr/>
            <p:nvPr/>
          </p:nvSpPr>
          <p:spPr>
            <a:xfrm flipH="1" rot="6753000">
              <a:off x="228960" y="4698000"/>
              <a:ext cx="156600" cy="17712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88550" lIns="91425" spcFirstLastPara="1" rIns="91425" wrap="square" tIns="88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3" name="Google Shape;523;p20"/>
            <p:cNvSpPr/>
            <p:nvPr/>
          </p:nvSpPr>
          <p:spPr>
            <a:xfrm flipH="1" rot="6753000">
              <a:off x="-235440" y="4748400"/>
              <a:ext cx="361080" cy="42624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4" name="Google Shape;524;p20"/>
            <p:cNvSpPr/>
            <p:nvPr/>
          </p:nvSpPr>
          <p:spPr>
            <a:xfrm flipH="1" rot="6753000">
              <a:off x="-616680" y="5162400"/>
              <a:ext cx="241560" cy="28080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5" name="Google Shape;525;p20"/>
            <p:cNvSpPr/>
            <p:nvPr/>
          </p:nvSpPr>
          <p:spPr>
            <a:xfrm flipH="1" rot="6753000">
              <a:off x="-598680" y="5221800"/>
              <a:ext cx="241560" cy="28080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6" name="Google Shape;526;p20"/>
            <p:cNvSpPr/>
            <p:nvPr/>
          </p:nvSpPr>
          <p:spPr>
            <a:xfrm flipH="1" rot="6753000">
              <a:off x="487800" y="4670640"/>
              <a:ext cx="198360" cy="18936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7" name="Google Shape;527;p20"/>
            <p:cNvSpPr/>
            <p:nvPr/>
          </p:nvSpPr>
          <p:spPr>
            <a:xfrm flipH="1" rot="6753000">
              <a:off x="616680" y="4735800"/>
              <a:ext cx="10800" cy="104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8" name="Google Shape;528;p20"/>
            <p:cNvSpPr/>
            <p:nvPr/>
          </p:nvSpPr>
          <p:spPr>
            <a:xfrm flipH="1" rot="6753000">
              <a:off x="612000" y="4708800"/>
              <a:ext cx="11160" cy="104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9" name="Google Shape;529;p20"/>
            <p:cNvSpPr/>
            <p:nvPr/>
          </p:nvSpPr>
          <p:spPr>
            <a:xfrm flipH="1" rot="6753000">
              <a:off x="581400" y="4806360"/>
              <a:ext cx="10800" cy="104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0" name="Google Shape;530;p20"/>
            <p:cNvSpPr/>
            <p:nvPr/>
          </p:nvSpPr>
          <p:spPr>
            <a:xfrm flipH="1" rot="6753000">
              <a:off x="558000" y="4822560"/>
              <a:ext cx="10800" cy="104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1" name="Google Shape;531;p20"/>
            <p:cNvSpPr/>
            <p:nvPr/>
          </p:nvSpPr>
          <p:spPr>
            <a:xfrm flipH="1" rot="6753000">
              <a:off x="-699480" y="4984200"/>
              <a:ext cx="306720" cy="30672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2" name="Google Shape;532;p20"/>
            <p:cNvSpPr/>
            <p:nvPr/>
          </p:nvSpPr>
          <p:spPr>
            <a:xfrm flipH="1" rot="6753000">
              <a:off x="-420480" y="47044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533" name="Google Shape;533;p20"/>
          <p:cNvGrpSpPr/>
          <p:nvPr/>
        </p:nvGrpSpPr>
        <p:grpSpPr>
          <a:xfrm>
            <a:off x="8056700" y="3864080"/>
            <a:ext cx="2194040" cy="2097320"/>
            <a:chOff x="8056700" y="3864080"/>
            <a:chExt cx="2194040" cy="2097320"/>
          </a:xfrm>
        </p:grpSpPr>
        <p:sp>
          <p:nvSpPr>
            <p:cNvPr id="534" name="Google Shape;534;p20"/>
            <p:cNvSpPr/>
            <p:nvPr/>
          </p:nvSpPr>
          <p:spPr>
            <a:xfrm rot="1992000">
              <a:off x="8295120" y="4221360"/>
              <a:ext cx="1717200" cy="138276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35" name="Google Shape;535;p20"/>
            <p:cNvSpPr/>
            <p:nvPr/>
          </p:nvSpPr>
          <p:spPr>
            <a:xfrm rot="1992000">
              <a:off x="8419320" y="487908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36" name="Google Shape;536;p20"/>
            <p:cNvSpPr/>
            <p:nvPr/>
          </p:nvSpPr>
          <p:spPr>
            <a:xfrm rot="1992000">
              <a:off x="8478720" y="470844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37" name="Google Shape;537;p20"/>
            <p:cNvSpPr/>
            <p:nvPr/>
          </p:nvSpPr>
          <p:spPr>
            <a:xfrm rot="1992000">
              <a:off x="8539920" y="45349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38" name="Google Shape;538;p20"/>
            <p:cNvSpPr/>
            <p:nvPr/>
          </p:nvSpPr>
          <p:spPr>
            <a:xfrm rot="1992000">
              <a:off x="8597520" y="436680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39" name="Google Shape;539;p20"/>
            <p:cNvSpPr/>
            <p:nvPr/>
          </p:nvSpPr>
          <p:spPr>
            <a:xfrm rot="1992000">
              <a:off x="8359560" y="50497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0" name="Google Shape;540;p20"/>
            <p:cNvSpPr/>
            <p:nvPr/>
          </p:nvSpPr>
          <p:spPr>
            <a:xfrm rot="1992000">
              <a:off x="8475120" y="4275000"/>
              <a:ext cx="1521000" cy="138276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1" name="Google Shape;541;p20"/>
            <p:cNvSpPr/>
            <p:nvPr/>
          </p:nvSpPr>
          <p:spPr>
            <a:xfrm rot="1992000">
              <a:off x="9160200" y="4212000"/>
              <a:ext cx="432000" cy="1249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62625" lIns="91425" spcFirstLastPara="1" rIns="91425" wrap="square" tIns="62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2" name="Google Shape;542;p20"/>
            <p:cNvSpPr/>
            <p:nvPr/>
          </p:nvSpPr>
          <p:spPr>
            <a:xfrm rot="1992000">
              <a:off x="9078120" y="4159080"/>
              <a:ext cx="567000" cy="31068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3" name="Google Shape;543;p20"/>
            <p:cNvSpPr/>
            <p:nvPr/>
          </p:nvSpPr>
          <p:spPr>
            <a:xfrm rot="1992000">
              <a:off x="9081000" y="4286520"/>
              <a:ext cx="50400" cy="2520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4" name="Google Shape;544;p20"/>
            <p:cNvSpPr/>
            <p:nvPr/>
          </p:nvSpPr>
          <p:spPr>
            <a:xfrm rot="1992000">
              <a:off x="9547920" y="4443840"/>
              <a:ext cx="50400" cy="2520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5" name="Google Shape;545;p20"/>
            <p:cNvSpPr/>
            <p:nvPr/>
          </p:nvSpPr>
          <p:spPr>
            <a:xfrm rot="1992000">
              <a:off x="9450360" y="4532760"/>
              <a:ext cx="364680" cy="1081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6" name="Google Shape;546;p20"/>
            <p:cNvSpPr/>
            <p:nvPr/>
          </p:nvSpPr>
          <p:spPr>
            <a:xfrm rot="1992000">
              <a:off x="9614880" y="5063040"/>
              <a:ext cx="32400" cy="3024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7" name="Google Shape;547;p20"/>
            <p:cNvSpPr/>
            <p:nvPr/>
          </p:nvSpPr>
          <p:spPr>
            <a:xfrm rot="1992000">
              <a:off x="9525960" y="4948560"/>
              <a:ext cx="213840" cy="2498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48" name="Google Shape;548;p20"/>
            <p:cNvSpPr/>
            <p:nvPr/>
          </p:nvSpPr>
          <p:spPr>
            <a:xfrm rot="1992000">
              <a:off x="9543600" y="5160960"/>
              <a:ext cx="104400" cy="3636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9" name="Google Shape;549;p20"/>
            <p:cNvSpPr/>
            <p:nvPr/>
          </p:nvSpPr>
          <p:spPr>
            <a:xfrm rot="1992000">
              <a:off x="8490960" y="4210920"/>
              <a:ext cx="365040" cy="1081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50" name="Google Shape;550;p20"/>
            <p:cNvSpPr/>
            <p:nvPr/>
          </p:nvSpPr>
          <p:spPr>
            <a:xfrm rot="1992000">
              <a:off x="8655840" y="4741200"/>
              <a:ext cx="32400" cy="3024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51" name="Google Shape;551;p20"/>
            <p:cNvSpPr/>
            <p:nvPr/>
          </p:nvSpPr>
          <p:spPr>
            <a:xfrm rot="1992000">
              <a:off x="8566920" y="4626720"/>
              <a:ext cx="213840" cy="24984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52" name="Google Shape;552;p20"/>
            <p:cNvSpPr/>
            <p:nvPr/>
          </p:nvSpPr>
          <p:spPr>
            <a:xfrm rot="1992000">
              <a:off x="8584560" y="4839480"/>
              <a:ext cx="104400" cy="3636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53" name="Google Shape;553;p20"/>
            <p:cNvSpPr/>
            <p:nvPr/>
          </p:nvSpPr>
          <p:spPr>
            <a:xfrm rot="1992000">
              <a:off x="9057600" y="4295520"/>
              <a:ext cx="90360" cy="381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54" name="Google Shape;554;p20"/>
            <p:cNvSpPr/>
            <p:nvPr/>
          </p:nvSpPr>
          <p:spPr>
            <a:xfrm rot="1992000">
              <a:off x="9057240" y="4294440"/>
              <a:ext cx="90720" cy="3168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55" name="Google Shape;555;p20"/>
            <p:cNvSpPr/>
            <p:nvPr/>
          </p:nvSpPr>
          <p:spPr>
            <a:xfrm rot="1992000">
              <a:off x="9524160" y="4452120"/>
              <a:ext cx="90360" cy="3816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56" name="Google Shape;556;p20"/>
            <p:cNvSpPr/>
            <p:nvPr/>
          </p:nvSpPr>
          <p:spPr>
            <a:xfrm rot="1992000">
              <a:off x="9524160" y="4451040"/>
              <a:ext cx="90720" cy="3168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557" name="Google Shape;557;p20"/>
          <p:cNvSpPr txBox="1"/>
          <p:nvPr>
            <p:ph type="title"/>
          </p:nvPr>
        </p:nvSpPr>
        <p:spPr>
          <a:xfrm>
            <a:off x="726120" y="3128400"/>
            <a:ext cx="4966920" cy="53172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58" name="Google Shape;558;p20"/>
          <p:cNvSpPr/>
          <p:nvPr/>
        </p:nvSpPr>
        <p:spPr>
          <a:xfrm rot="-1278000">
            <a:off x="1897200" y="-989640"/>
            <a:ext cx="3024720" cy="18165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1">
  <p:cSld name="SECTION_HEADER_1">
    <p:bg>
      <p:bgPr>
        <a:solidFill>
          <a:schemeClr val="accent4"/>
        </a:solidFill>
      </p:bgPr>
    </p:bg>
    <p:spTree>
      <p:nvGrpSpPr>
        <p:cNvPr id="559" name="Shape 559"/>
        <p:cNvGrpSpPr/>
        <p:nvPr/>
      </p:nvGrpSpPr>
      <p:grpSpPr>
        <a:xfrm>
          <a:off x="0" y="0"/>
          <a:ext cx="0" cy="0"/>
          <a:chOff x="0" y="0"/>
          <a:chExt cx="0" cy="0"/>
        </a:xfrm>
      </p:grpSpPr>
      <p:sp>
        <p:nvSpPr>
          <p:cNvPr id="560" name="Google Shape;560;p21"/>
          <p:cNvSpPr/>
          <p:nvPr/>
        </p:nvSpPr>
        <p:spPr>
          <a:xfrm flipH="1">
            <a:off x="3745080" y="-4788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61" name="Google Shape;561;p21"/>
          <p:cNvSpPr/>
          <p:nvPr/>
        </p:nvSpPr>
        <p:spPr>
          <a:xfrm flipH="1" rot="5400000">
            <a:off x="27000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62" name="Google Shape;562;p21"/>
          <p:cNvSpPr/>
          <p:nvPr/>
        </p:nvSpPr>
        <p:spPr>
          <a:xfrm>
            <a:off x="652716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563" name="Google Shape;563;p21"/>
          <p:cNvGrpSpPr/>
          <p:nvPr/>
        </p:nvGrpSpPr>
        <p:grpSpPr>
          <a:xfrm>
            <a:off x="-471600" y="4398480"/>
            <a:ext cx="1362600" cy="1458360"/>
            <a:chOff x="-471600" y="4398480"/>
            <a:chExt cx="1362600" cy="1458360"/>
          </a:xfrm>
        </p:grpSpPr>
        <p:sp>
          <p:nvSpPr>
            <p:cNvPr id="564" name="Google Shape;564;p21"/>
            <p:cNvSpPr/>
            <p:nvPr/>
          </p:nvSpPr>
          <p:spPr>
            <a:xfrm flipH="1" rot="10800000">
              <a:off x="-311400" y="4645080"/>
              <a:ext cx="1202400" cy="121176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65" name="Google Shape;565;p21"/>
            <p:cNvSpPr/>
            <p:nvPr/>
          </p:nvSpPr>
          <p:spPr>
            <a:xfrm flipH="1" rot="10800000">
              <a:off x="-311400" y="5009760"/>
              <a:ext cx="1202400" cy="84636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66" name="Google Shape;566;p21"/>
            <p:cNvSpPr/>
            <p:nvPr/>
          </p:nvSpPr>
          <p:spPr>
            <a:xfrm flipH="1" rot="10800000">
              <a:off x="118440" y="5597280"/>
              <a:ext cx="128880" cy="11628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67" name="Google Shape;567;p21"/>
            <p:cNvSpPr/>
            <p:nvPr/>
          </p:nvSpPr>
          <p:spPr>
            <a:xfrm flipH="1" rot="10800000">
              <a:off x="135000" y="4916880"/>
              <a:ext cx="494640" cy="53316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68" name="Google Shape;568;p21"/>
            <p:cNvSpPr/>
            <p:nvPr/>
          </p:nvSpPr>
          <p:spPr>
            <a:xfrm flipH="1" rot="10800000">
              <a:off x="302400" y="4979520"/>
              <a:ext cx="395640" cy="42516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69" name="Google Shape;569;p21"/>
            <p:cNvSpPr/>
            <p:nvPr/>
          </p:nvSpPr>
          <p:spPr>
            <a:xfrm flipH="1" rot="10800000">
              <a:off x="634320" y="5041440"/>
              <a:ext cx="131400" cy="13716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70" name="Google Shape;570;p21"/>
            <p:cNvSpPr/>
            <p:nvPr/>
          </p:nvSpPr>
          <p:spPr>
            <a:xfrm flipH="1" rot="10800000">
              <a:off x="509040" y="5178240"/>
              <a:ext cx="131400" cy="13716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71" name="Google Shape;571;p21"/>
            <p:cNvSpPr/>
            <p:nvPr/>
          </p:nvSpPr>
          <p:spPr>
            <a:xfrm flipH="1" rot="10800000">
              <a:off x="-471240" y="4398480"/>
              <a:ext cx="1213200" cy="8881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72" name="Google Shape;572;p21"/>
            <p:cNvSpPr/>
            <p:nvPr/>
          </p:nvSpPr>
          <p:spPr>
            <a:xfrm flipH="1" rot="10800000">
              <a:off x="-471600" y="4619520"/>
              <a:ext cx="1213200" cy="66744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73" name="Google Shape;573;p21"/>
            <p:cNvSpPr/>
            <p:nvPr/>
          </p:nvSpPr>
          <p:spPr>
            <a:xfrm flipH="1" rot="10800000">
              <a:off x="-435240" y="4570200"/>
              <a:ext cx="1096560" cy="36072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74" name="Google Shape;574;p21"/>
            <p:cNvSpPr/>
            <p:nvPr/>
          </p:nvSpPr>
          <p:spPr>
            <a:xfrm flipH="1" rot="10800000">
              <a:off x="-39960" y="4749480"/>
              <a:ext cx="672480" cy="20304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75" name="Google Shape;575;p21"/>
            <p:cNvSpPr/>
            <p:nvPr/>
          </p:nvSpPr>
          <p:spPr>
            <a:xfrm flipH="1" rot="10800000">
              <a:off x="123480" y="4839840"/>
              <a:ext cx="529920" cy="16920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84600" lIns="91425" spcFirstLastPara="1" rIns="91425" wrap="square" tIns="84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76" name="Google Shape;576;p21"/>
            <p:cNvSpPr/>
            <p:nvPr/>
          </p:nvSpPr>
          <p:spPr>
            <a:xfrm flipH="1" rot="10800000">
              <a:off x="-266760" y="5087880"/>
              <a:ext cx="127800" cy="11628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577" name="Google Shape;577;p21"/>
          <p:cNvGrpSpPr/>
          <p:nvPr/>
        </p:nvGrpSpPr>
        <p:grpSpPr>
          <a:xfrm>
            <a:off x="8183942" y="3885261"/>
            <a:ext cx="2097330" cy="2173819"/>
            <a:chOff x="8183942" y="3885261"/>
            <a:chExt cx="2097330" cy="2173819"/>
          </a:xfrm>
        </p:grpSpPr>
        <p:sp>
          <p:nvSpPr>
            <p:cNvPr id="578" name="Google Shape;578;p21"/>
            <p:cNvSpPr/>
            <p:nvPr/>
          </p:nvSpPr>
          <p:spPr>
            <a:xfrm rot="-6753000">
              <a:off x="8665920" y="430308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79" name="Google Shape;579;p21"/>
            <p:cNvSpPr/>
            <p:nvPr/>
          </p:nvSpPr>
          <p:spPr>
            <a:xfrm rot="-6753000">
              <a:off x="8665920" y="430308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80" name="Google Shape;580;p21"/>
            <p:cNvSpPr/>
            <p:nvPr/>
          </p:nvSpPr>
          <p:spPr>
            <a:xfrm rot="-6753000">
              <a:off x="8535600" y="4722840"/>
              <a:ext cx="1450800" cy="66096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1" name="Google Shape;581;p21"/>
            <p:cNvSpPr/>
            <p:nvPr/>
          </p:nvSpPr>
          <p:spPr>
            <a:xfrm rot="-6753000">
              <a:off x="8702280" y="4612320"/>
              <a:ext cx="971280" cy="4334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2" name="Google Shape;582;p21"/>
            <p:cNvSpPr/>
            <p:nvPr/>
          </p:nvSpPr>
          <p:spPr>
            <a:xfrm rot="-6753000">
              <a:off x="8825040" y="4597560"/>
              <a:ext cx="897840" cy="403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3" name="Google Shape;583;p21"/>
            <p:cNvSpPr/>
            <p:nvPr/>
          </p:nvSpPr>
          <p:spPr>
            <a:xfrm rot="-6753000">
              <a:off x="8942400" y="4579560"/>
              <a:ext cx="830520" cy="37548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4" name="Google Shape;584;p21"/>
            <p:cNvSpPr/>
            <p:nvPr/>
          </p:nvSpPr>
          <p:spPr>
            <a:xfrm rot="-6753000">
              <a:off x="9382680" y="4634640"/>
              <a:ext cx="493920" cy="23652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5" name="Google Shape;585;p21"/>
            <p:cNvSpPr/>
            <p:nvPr/>
          </p:nvSpPr>
          <p:spPr>
            <a:xfrm rot="-6753000">
              <a:off x="9251280" y="4415400"/>
              <a:ext cx="195840" cy="11340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56875" lIns="91425" spcFirstLastPara="1" rIns="91425" wrap="square" tIns="56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6" name="Google Shape;586;p21"/>
            <p:cNvSpPr/>
            <p:nvPr/>
          </p:nvSpPr>
          <p:spPr>
            <a:xfrm rot="-6753000">
              <a:off x="9338400" y="4678560"/>
              <a:ext cx="493920" cy="23652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7" name="Google Shape;587;p21"/>
            <p:cNvSpPr/>
            <p:nvPr/>
          </p:nvSpPr>
          <p:spPr>
            <a:xfrm rot="-6753000">
              <a:off x="9653760" y="5223960"/>
              <a:ext cx="320040" cy="16488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8" name="Google Shape;588;p21"/>
            <p:cNvSpPr/>
            <p:nvPr/>
          </p:nvSpPr>
          <p:spPr>
            <a:xfrm rot="-6753000">
              <a:off x="9609840" y="5268240"/>
              <a:ext cx="320040" cy="16452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9" name="Google Shape;589;p21"/>
            <p:cNvSpPr/>
            <p:nvPr/>
          </p:nvSpPr>
          <p:spPr>
            <a:xfrm rot="-6753000">
              <a:off x="9033120" y="4237560"/>
              <a:ext cx="178920" cy="18216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91075" lIns="91425" spcFirstLastPara="1" rIns="91425" wrap="square" tIns="910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0" name="Google Shape;590;p21"/>
            <p:cNvSpPr/>
            <p:nvPr/>
          </p:nvSpPr>
          <p:spPr>
            <a:xfrm rot="-6753000">
              <a:off x="9086760" y="4277880"/>
              <a:ext cx="11160" cy="104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1" name="Google Shape;591;p21"/>
            <p:cNvSpPr/>
            <p:nvPr/>
          </p:nvSpPr>
          <p:spPr>
            <a:xfrm rot="-6753000">
              <a:off x="9104040" y="4255560"/>
              <a:ext cx="11160" cy="104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2" name="Google Shape;592;p21"/>
            <p:cNvSpPr/>
            <p:nvPr/>
          </p:nvSpPr>
          <p:spPr>
            <a:xfrm rot="-6753000">
              <a:off x="9087120" y="4357440"/>
              <a:ext cx="8280" cy="900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3" name="Google Shape;593;p21"/>
            <p:cNvSpPr/>
            <p:nvPr/>
          </p:nvSpPr>
          <p:spPr>
            <a:xfrm rot="-6753000">
              <a:off x="9099720" y="4382640"/>
              <a:ext cx="8280" cy="900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4" name="Google Shape;594;p21"/>
            <p:cNvSpPr/>
            <p:nvPr/>
          </p:nvSpPr>
          <p:spPr>
            <a:xfrm rot="-6753000">
              <a:off x="9793800" y="5041440"/>
              <a:ext cx="284400" cy="28440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5" name="Google Shape;595;p21"/>
            <p:cNvSpPr/>
            <p:nvPr/>
          </p:nvSpPr>
          <p:spPr>
            <a:xfrm rot="-6753000">
              <a:off x="8460000" y="4290840"/>
              <a:ext cx="1381320" cy="151992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6" name="Google Shape;596;p21"/>
            <p:cNvSpPr/>
            <p:nvPr/>
          </p:nvSpPr>
          <p:spPr>
            <a:xfrm rot="-6753000">
              <a:off x="8555040" y="470556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7" name="Google Shape;597;p21"/>
            <p:cNvSpPr/>
            <p:nvPr/>
          </p:nvSpPr>
          <p:spPr>
            <a:xfrm rot="-6753000">
              <a:off x="8547480" y="4765680"/>
              <a:ext cx="689400" cy="82512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8" name="Google Shape;598;p21"/>
            <p:cNvSpPr/>
            <p:nvPr/>
          </p:nvSpPr>
          <p:spPr>
            <a:xfrm rot="-6753000">
              <a:off x="8634960" y="4729680"/>
              <a:ext cx="638640" cy="76356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9" name="Google Shape;599;p21"/>
            <p:cNvSpPr/>
            <p:nvPr/>
          </p:nvSpPr>
          <p:spPr>
            <a:xfrm rot="-6753000">
              <a:off x="8716320" y="4690080"/>
              <a:ext cx="592560" cy="70740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0" name="Google Shape;600;p21"/>
            <p:cNvSpPr/>
            <p:nvPr/>
          </p:nvSpPr>
          <p:spPr>
            <a:xfrm rot="-6753000">
              <a:off x="9065160" y="4690080"/>
              <a:ext cx="361080" cy="42588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1" name="Google Shape;601;p21"/>
            <p:cNvSpPr/>
            <p:nvPr/>
          </p:nvSpPr>
          <p:spPr>
            <a:xfrm rot="-6753000">
              <a:off x="8786880" y="4699080"/>
              <a:ext cx="156600" cy="17712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88550" lIns="91425" spcFirstLastPara="1" rIns="91425" wrap="square" tIns="88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2" name="Google Shape;602;p21"/>
            <p:cNvSpPr/>
            <p:nvPr/>
          </p:nvSpPr>
          <p:spPr>
            <a:xfrm rot="-6753000">
              <a:off x="9047160" y="4749840"/>
              <a:ext cx="361080" cy="42588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3" name="Google Shape;603;p21"/>
            <p:cNvSpPr/>
            <p:nvPr/>
          </p:nvSpPr>
          <p:spPr>
            <a:xfrm rot="-6753000">
              <a:off x="9548280" y="5163480"/>
              <a:ext cx="241560" cy="28080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4" name="Google Shape;604;p21"/>
            <p:cNvSpPr/>
            <p:nvPr/>
          </p:nvSpPr>
          <p:spPr>
            <a:xfrm rot="-6753000">
              <a:off x="9530280" y="5223240"/>
              <a:ext cx="241560" cy="28080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5" name="Google Shape;605;p21"/>
            <p:cNvSpPr/>
            <p:nvPr/>
          </p:nvSpPr>
          <p:spPr>
            <a:xfrm rot="-6753000">
              <a:off x="8486640" y="4671000"/>
              <a:ext cx="198360" cy="18972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6" name="Google Shape;606;p21"/>
            <p:cNvSpPr/>
            <p:nvPr/>
          </p:nvSpPr>
          <p:spPr>
            <a:xfrm rot="-6753000">
              <a:off x="8544960" y="4737240"/>
              <a:ext cx="10800" cy="104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7" name="Google Shape;607;p21"/>
            <p:cNvSpPr/>
            <p:nvPr/>
          </p:nvSpPr>
          <p:spPr>
            <a:xfrm rot="-6753000">
              <a:off x="8549280" y="4709160"/>
              <a:ext cx="11160" cy="104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8" name="Google Shape;608;p21"/>
            <p:cNvSpPr/>
            <p:nvPr/>
          </p:nvSpPr>
          <p:spPr>
            <a:xfrm rot="-6753000">
              <a:off x="8580600" y="4807800"/>
              <a:ext cx="10800" cy="104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9" name="Google Shape;609;p21"/>
            <p:cNvSpPr/>
            <p:nvPr/>
          </p:nvSpPr>
          <p:spPr>
            <a:xfrm rot="-6753000">
              <a:off x="8603640" y="4824360"/>
              <a:ext cx="10800" cy="104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10" name="Google Shape;610;p21"/>
            <p:cNvSpPr/>
            <p:nvPr/>
          </p:nvSpPr>
          <p:spPr>
            <a:xfrm rot="-6753000">
              <a:off x="9565920" y="4984920"/>
              <a:ext cx="306720" cy="30672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11" name="Google Shape;611;p21"/>
            <p:cNvSpPr/>
            <p:nvPr/>
          </p:nvSpPr>
          <p:spPr>
            <a:xfrm rot="-6753000">
              <a:off x="8555040" y="470556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612" name="Google Shape;612;p21"/>
          <p:cNvGrpSpPr/>
          <p:nvPr/>
        </p:nvGrpSpPr>
        <p:grpSpPr>
          <a:xfrm>
            <a:off x="-1102029" y="-970527"/>
            <a:ext cx="2137098" cy="2203916"/>
            <a:chOff x="-1102029" y="-970527"/>
            <a:chExt cx="2137098" cy="2203916"/>
          </a:xfrm>
        </p:grpSpPr>
        <p:sp>
          <p:nvSpPr>
            <p:cNvPr id="613" name="Google Shape;613;p21"/>
            <p:cNvSpPr/>
            <p:nvPr/>
          </p:nvSpPr>
          <p:spPr>
            <a:xfrm rot="3184200">
              <a:off x="-892080" y="-560160"/>
              <a:ext cx="1717200" cy="138276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14" name="Google Shape;614;p21"/>
            <p:cNvSpPr/>
            <p:nvPr/>
          </p:nvSpPr>
          <p:spPr>
            <a:xfrm rot="3184200">
              <a:off x="-822240" y="6696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15" name="Google Shape;615;p21"/>
            <p:cNvSpPr/>
            <p:nvPr/>
          </p:nvSpPr>
          <p:spPr>
            <a:xfrm rot="3184200">
              <a:off x="-708120" y="-7308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16" name="Google Shape;616;p21"/>
            <p:cNvSpPr/>
            <p:nvPr/>
          </p:nvSpPr>
          <p:spPr>
            <a:xfrm rot="3184200">
              <a:off x="-591480" y="-21528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17" name="Google Shape;617;p21"/>
            <p:cNvSpPr/>
            <p:nvPr/>
          </p:nvSpPr>
          <p:spPr>
            <a:xfrm rot="3184200">
              <a:off x="-480240" y="-3535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18" name="Google Shape;618;p21"/>
            <p:cNvSpPr/>
            <p:nvPr/>
          </p:nvSpPr>
          <p:spPr>
            <a:xfrm rot="3184200">
              <a:off x="-936000" y="20736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19" name="Google Shape;619;p21"/>
            <p:cNvSpPr/>
            <p:nvPr/>
          </p:nvSpPr>
          <p:spPr>
            <a:xfrm rot="3184200">
              <a:off x="-735120" y="-481320"/>
              <a:ext cx="1521000" cy="138276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0" name="Google Shape;620;p21"/>
            <p:cNvSpPr/>
            <p:nvPr/>
          </p:nvSpPr>
          <p:spPr>
            <a:xfrm rot="3184200">
              <a:off x="176400" y="-455400"/>
              <a:ext cx="432000" cy="1249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62625" lIns="91425" spcFirstLastPara="1" rIns="91425" wrap="square" tIns="62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1" name="Google Shape;621;p21"/>
            <p:cNvSpPr/>
            <p:nvPr/>
          </p:nvSpPr>
          <p:spPr>
            <a:xfrm rot="3184200">
              <a:off x="81720" y="-515520"/>
              <a:ext cx="567000" cy="31068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2" name="Google Shape;622;p21"/>
            <p:cNvSpPr/>
            <p:nvPr/>
          </p:nvSpPr>
          <p:spPr>
            <a:xfrm rot="3184200">
              <a:off x="105120" y="-474480"/>
              <a:ext cx="50400" cy="2520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3" name="Google Shape;623;p21"/>
            <p:cNvSpPr/>
            <p:nvPr/>
          </p:nvSpPr>
          <p:spPr>
            <a:xfrm rot="3184200">
              <a:off x="491040" y="-167760"/>
              <a:ext cx="50400" cy="2520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4" name="Google Shape;624;p21"/>
            <p:cNvSpPr/>
            <p:nvPr/>
          </p:nvSpPr>
          <p:spPr>
            <a:xfrm rot="3184200">
              <a:off x="180000" y="-95400"/>
              <a:ext cx="365040" cy="1081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5" name="Google Shape;625;p21"/>
            <p:cNvSpPr/>
            <p:nvPr/>
          </p:nvSpPr>
          <p:spPr>
            <a:xfrm rot="3184200">
              <a:off x="343440" y="434160"/>
              <a:ext cx="32400" cy="3024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6" name="Google Shape;626;p21"/>
            <p:cNvSpPr/>
            <p:nvPr/>
          </p:nvSpPr>
          <p:spPr>
            <a:xfrm rot="3184200">
              <a:off x="255960" y="320400"/>
              <a:ext cx="213840" cy="2498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27" name="Google Shape;627;p21"/>
            <p:cNvSpPr/>
            <p:nvPr/>
          </p:nvSpPr>
          <p:spPr>
            <a:xfrm rot="3184200">
              <a:off x="239760" y="513720"/>
              <a:ext cx="104400" cy="3636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8" name="Google Shape;628;p21"/>
            <p:cNvSpPr/>
            <p:nvPr/>
          </p:nvSpPr>
          <p:spPr>
            <a:xfrm rot="3184200">
              <a:off x="-612360" y="-723960"/>
              <a:ext cx="365040" cy="1081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9" name="Google Shape;629;p21"/>
            <p:cNvSpPr/>
            <p:nvPr/>
          </p:nvSpPr>
          <p:spPr>
            <a:xfrm rot="3184200">
              <a:off x="-449280" y="-194040"/>
              <a:ext cx="32400" cy="3024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30" name="Google Shape;630;p21"/>
            <p:cNvSpPr/>
            <p:nvPr/>
          </p:nvSpPr>
          <p:spPr>
            <a:xfrm rot="3184200">
              <a:off x="-536760" y="-307800"/>
              <a:ext cx="213840" cy="24984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31" name="Google Shape;631;p21"/>
            <p:cNvSpPr/>
            <p:nvPr/>
          </p:nvSpPr>
          <p:spPr>
            <a:xfrm rot="3184200">
              <a:off x="-552600" y="-114480"/>
              <a:ext cx="104400" cy="3636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32" name="Google Shape;632;p21"/>
            <p:cNvSpPr/>
            <p:nvPr/>
          </p:nvSpPr>
          <p:spPr>
            <a:xfrm rot="3184200">
              <a:off x="76680" y="-467640"/>
              <a:ext cx="90360" cy="381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33" name="Google Shape;633;p21"/>
            <p:cNvSpPr/>
            <p:nvPr/>
          </p:nvSpPr>
          <p:spPr>
            <a:xfrm rot="3184200">
              <a:off x="77760" y="-468000"/>
              <a:ext cx="90720" cy="3168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34" name="Google Shape;634;p21"/>
            <p:cNvSpPr/>
            <p:nvPr/>
          </p:nvSpPr>
          <p:spPr>
            <a:xfrm rot="3184200">
              <a:off x="462240" y="-161640"/>
              <a:ext cx="90360" cy="3816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35" name="Google Shape;635;p21"/>
            <p:cNvSpPr/>
            <p:nvPr/>
          </p:nvSpPr>
          <p:spPr>
            <a:xfrm rot="3184200">
              <a:off x="463680" y="-162000"/>
              <a:ext cx="90720" cy="3168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636" name="Google Shape;636;p21"/>
          <p:cNvSpPr txBox="1"/>
          <p:nvPr>
            <p:ph type="title"/>
          </p:nvPr>
        </p:nvSpPr>
        <p:spPr>
          <a:xfrm>
            <a:off x="720000" y="1965600"/>
            <a:ext cx="4727520" cy="15948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37" name="Google Shape;637;p21"/>
          <p:cNvSpPr txBox="1"/>
          <p:nvPr>
            <p:ph idx="2" type="title"/>
          </p:nvPr>
        </p:nvSpPr>
        <p:spPr>
          <a:xfrm>
            <a:off x="720000" y="920880"/>
            <a:ext cx="1387800" cy="103284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38" name="Google Shape;638;p21"/>
          <p:cNvSpPr/>
          <p:nvPr/>
        </p:nvSpPr>
        <p:spPr>
          <a:xfrm>
            <a:off x="1559160" y="477216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39" name="Google Shape;639;p21"/>
          <p:cNvSpPr/>
          <p:nvPr/>
        </p:nvSpPr>
        <p:spPr>
          <a:xfrm>
            <a:off x="8745120" y="173268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40" name="Google Shape;640;p21"/>
          <p:cNvSpPr/>
          <p:nvPr/>
        </p:nvSpPr>
        <p:spPr>
          <a:xfrm flipH="1" rot="8226000">
            <a:off x="2643120" y="4573080"/>
            <a:ext cx="1473840" cy="803520"/>
          </a:xfrm>
          <a:custGeom>
            <a:rect b="b" l="l" r="r" t="t"/>
            <a:pathLst>
              <a:path extrusionOk="0" fill="none" h="12439" w="22813">
                <a:moveTo>
                  <a:pt x="22812" y="0"/>
                </a:moveTo>
                <a:cubicBezTo>
                  <a:pt x="22812" y="0"/>
                  <a:pt x="20999" y="9660"/>
                  <a:pt x="12792" y="11049"/>
                </a:cubicBezTo>
                <a:cubicBezTo>
                  <a:pt x="4584" y="12439"/>
                  <a:pt x="0" y="710"/>
                  <a:pt x="0" y="71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41" name="Google Shape;641;p21"/>
          <p:cNvSpPr/>
          <p:nvPr/>
        </p:nvSpPr>
        <p:spPr>
          <a:xfrm rot="1179000">
            <a:off x="4909680" y="4447080"/>
            <a:ext cx="3049560" cy="1105560"/>
          </a:xfrm>
          <a:custGeom>
            <a:rect b="b" l="l" r="r" t="t"/>
            <a:pathLst>
              <a:path extrusionOk="0" fill="none" h="19231" w="53041">
                <a:moveTo>
                  <a:pt x="53040" y="14789"/>
                </a:moveTo>
                <a:cubicBezTo>
                  <a:pt x="53040" y="14789"/>
                  <a:pt x="49618" y="17159"/>
                  <a:pt x="41611" y="7597"/>
                </a:cubicBezTo>
                <a:cubicBezTo>
                  <a:pt x="39545" y="5131"/>
                  <a:pt x="36120" y="1533"/>
                  <a:pt x="32481" y="2245"/>
                </a:cubicBezTo>
                <a:cubicBezTo>
                  <a:pt x="31418" y="2453"/>
                  <a:pt x="29859" y="3206"/>
                  <a:pt x="29615" y="4305"/>
                </a:cubicBezTo>
                <a:cubicBezTo>
                  <a:pt x="29228" y="6051"/>
                  <a:pt x="31316" y="6683"/>
                  <a:pt x="32165" y="5721"/>
                </a:cubicBezTo>
                <a:cubicBezTo>
                  <a:pt x="33756" y="3916"/>
                  <a:pt x="30902" y="2404"/>
                  <a:pt x="29468" y="1989"/>
                </a:cubicBezTo>
                <a:cubicBezTo>
                  <a:pt x="22600" y="1"/>
                  <a:pt x="23994" y="8233"/>
                  <a:pt x="15235" y="13731"/>
                </a:cubicBezTo>
                <a:cubicBezTo>
                  <a:pt x="6476" y="19230"/>
                  <a:pt x="1" y="17179"/>
                  <a:pt x="1" y="1717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42" name="Google Shape;642;p21"/>
          <p:cNvSpPr/>
          <p:nvPr/>
        </p:nvSpPr>
        <p:spPr>
          <a:xfrm>
            <a:off x="1275480" y="35316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643" name="Google Shape;643;p21"/>
          <p:cNvGrpSpPr/>
          <p:nvPr/>
        </p:nvGrpSpPr>
        <p:grpSpPr>
          <a:xfrm>
            <a:off x="4070880" y="4445640"/>
            <a:ext cx="811800" cy="750960"/>
            <a:chOff x="4070880" y="4445640"/>
            <a:chExt cx="811800" cy="750960"/>
          </a:xfrm>
        </p:grpSpPr>
        <p:sp>
          <p:nvSpPr>
            <p:cNvPr id="644" name="Google Shape;644;p21"/>
            <p:cNvSpPr/>
            <p:nvPr/>
          </p:nvSpPr>
          <p:spPr>
            <a:xfrm>
              <a:off x="4070880" y="4445640"/>
              <a:ext cx="811800" cy="75096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45" name="Google Shape;645;p21"/>
            <p:cNvSpPr/>
            <p:nvPr/>
          </p:nvSpPr>
          <p:spPr>
            <a:xfrm>
              <a:off x="4184280" y="4661640"/>
              <a:ext cx="615600" cy="47520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46" name="Google Shape;646;p21"/>
            <p:cNvSpPr/>
            <p:nvPr/>
          </p:nvSpPr>
          <p:spPr>
            <a:xfrm>
              <a:off x="4174920" y="4539240"/>
              <a:ext cx="555840" cy="46332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47" name="Google Shape;647;p21"/>
            <p:cNvSpPr/>
            <p:nvPr/>
          </p:nvSpPr>
          <p:spPr>
            <a:xfrm>
              <a:off x="4442760" y="4688280"/>
              <a:ext cx="116640" cy="17640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88200" lIns="91425" spcFirstLastPara="1" rIns="91425" wrap="square" tIns="882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48" name="Google Shape;648;p21"/>
            <p:cNvSpPr/>
            <p:nvPr/>
          </p:nvSpPr>
          <p:spPr>
            <a:xfrm>
              <a:off x="4443480" y="4833720"/>
              <a:ext cx="59040" cy="19944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49" name="Google Shape;649;p21"/>
            <p:cNvSpPr/>
            <p:nvPr/>
          </p:nvSpPr>
          <p:spPr>
            <a:xfrm>
              <a:off x="4454280" y="4843440"/>
              <a:ext cx="12600" cy="1116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5750" lIns="91425" spcFirstLastPara="1" rIns="91425" wrap="square" tIns="5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0" name="Google Shape;650;p21"/>
            <p:cNvSpPr/>
            <p:nvPr/>
          </p:nvSpPr>
          <p:spPr>
            <a:xfrm>
              <a:off x="4184280" y="4661640"/>
              <a:ext cx="615600" cy="47520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51" name="Google Shape;651;p21"/>
            <p:cNvSpPr/>
            <p:nvPr/>
          </p:nvSpPr>
          <p:spPr>
            <a:xfrm>
              <a:off x="4200840" y="4565880"/>
              <a:ext cx="570240" cy="54396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2">
  <p:cSld name="SECTION_HEADER_2">
    <p:bg>
      <p:bgPr>
        <a:solidFill>
          <a:schemeClr val="accent4"/>
        </a:solidFill>
      </p:bgPr>
    </p:bg>
    <p:spTree>
      <p:nvGrpSpPr>
        <p:cNvPr id="652" name="Shape 652"/>
        <p:cNvGrpSpPr/>
        <p:nvPr/>
      </p:nvGrpSpPr>
      <p:grpSpPr>
        <a:xfrm>
          <a:off x="0" y="0"/>
          <a:ext cx="0" cy="0"/>
          <a:chOff x="0" y="0"/>
          <a:chExt cx="0" cy="0"/>
        </a:xfrm>
      </p:grpSpPr>
      <p:sp>
        <p:nvSpPr>
          <p:cNvPr id="653" name="Google Shape;653;p22"/>
          <p:cNvSpPr/>
          <p:nvPr/>
        </p:nvSpPr>
        <p:spPr>
          <a:xfrm rot="10800000">
            <a:off x="3746160" y="401544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4" name="Google Shape;654;p22"/>
          <p:cNvSpPr/>
          <p:nvPr/>
        </p:nvSpPr>
        <p:spPr>
          <a:xfrm rot="5400000">
            <a:off x="270360" y="-31788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5" name="Google Shape;655;p22"/>
          <p:cNvSpPr/>
          <p:nvPr/>
        </p:nvSpPr>
        <p:spPr>
          <a:xfrm flipH="1" rot="10800000">
            <a:off x="6527520" y="-4752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656" name="Google Shape;656;p22"/>
          <p:cNvGrpSpPr/>
          <p:nvPr/>
        </p:nvGrpSpPr>
        <p:grpSpPr>
          <a:xfrm>
            <a:off x="-593708" y="4182087"/>
            <a:ext cx="1607266" cy="1627116"/>
            <a:chOff x="-593708" y="4182087"/>
            <a:chExt cx="1607266" cy="1627116"/>
          </a:xfrm>
        </p:grpSpPr>
        <p:sp>
          <p:nvSpPr>
            <p:cNvPr id="657" name="Google Shape;657;p22"/>
            <p:cNvSpPr/>
            <p:nvPr/>
          </p:nvSpPr>
          <p:spPr>
            <a:xfrm flipH="1" rot="-637800">
              <a:off x="-492120" y="4282560"/>
              <a:ext cx="1202040" cy="121140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8" name="Google Shape;658;p22"/>
            <p:cNvSpPr/>
            <p:nvPr/>
          </p:nvSpPr>
          <p:spPr>
            <a:xfrm flipH="1" rot="-637800">
              <a:off x="-525960" y="4285800"/>
              <a:ext cx="1202040" cy="84636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59" name="Google Shape;659;p22"/>
            <p:cNvSpPr/>
            <p:nvPr/>
          </p:nvSpPr>
          <p:spPr>
            <a:xfrm flipH="1" rot="-637800">
              <a:off x="73440" y="4412520"/>
              <a:ext cx="128880" cy="11628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0" name="Google Shape;660;p22"/>
            <p:cNvSpPr/>
            <p:nvPr/>
          </p:nvSpPr>
          <p:spPr>
            <a:xfrm flipH="1" rot="-637800">
              <a:off x="-217800" y="4705920"/>
              <a:ext cx="494640" cy="53280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1" name="Google Shape;661;p22"/>
            <p:cNvSpPr/>
            <p:nvPr/>
          </p:nvSpPr>
          <p:spPr>
            <a:xfrm flipH="1" rot="-637800">
              <a:off x="-285840" y="4773240"/>
              <a:ext cx="395640" cy="42444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2" name="Google Shape;662;p22"/>
            <p:cNvSpPr/>
            <p:nvPr/>
          </p:nvSpPr>
          <p:spPr>
            <a:xfrm flipH="1" rot="-637800">
              <a:off x="-334800" y="5033520"/>
              <a:ext cx="131400" cy="13752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3" name="Google Shape;663;p22"/>
            <p:cNvSpPr/>
            <p:nvPr/>
          </p:nvSpPr>
          <p:spPr>
            <a:xfrm flipH="1" rot="-637800">
              <a:off x="-236880" y="4876200"/>
              <a:ext cx="131400" cy="13752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4" name="Google Shape;664;p22"/>
            <p:cNvSpPr/>
            <p:nvPr/>
          </p:nvSpPr>
          <p:spPr>
            <a:xfrm flipH="1" rot="-637800">
              <a:off x="-271080" y="4817520"/>
              <a:ext cx="1213200" cy="88740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65" name="Google Shape;665;p22"/>
            <p:cNvSpPr/>
            <p:nvPr/>
          </p:nvSpPr>
          <p:spPr>
            <a:xfrm flipH="1" rot="-637800">
              <a:off x="-291240" y="4818960"/>
              <a:ext cx="1213200" cy="66744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66" name="Google Shape;666;p22"/>
            <p:cNvSpPr/>
            <p:nvPr/>
          </p:nvSpPr>
          <p:spPr>
            <a:xfrm flipH="1" rot="-637800">
              <a:off x="-173880" y="5167440"/>
              <a:ext cx="1096200" cy="36072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7" name="Google Shape;667;p22"/>
            <p:cNvSpPr/>
            <p:nvPr/>
          </p:nvSpPr>
          <p:spPr>
            <a:xfrm flipH="1" rot="-637800">
              <a:off x="-160200" y="5181840"/>
              <a:ext cx="672480" cy="20268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8" name="Google Shape;668;p22"/>
            <p:cNvSpPr/>
            <p:nvPr/>
          </p:nvSpPr>
          <p:spPr>
            <a:xfrm flipH="1" rot="-637800">
              <a:off x="-193320" y="5143320"/>
              <a:ext cx="529920" cy="16884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84600" lIns="91425" spcFirstLastPara="1" rIns="91425" wrap="square" tIns="84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9" name="Google Shape;669;p22"/>
            <p:cNvSpPr/>
            <p:nvPr/>
          </p:nvSpPr>
          <p:spPr>
            <a:xfrm flipH="1" rot="-637800">
              <a:off x="546840" y="4842360"/>
              <a:ext cx="127800" cy="11664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670" name="Google Shape;670;p22"/>
          <p:cNvGrpSpPr/>
          <p:nvPr/>
        </p:nvGrpSpPr>
        <p:grpSpPr>
          <a:xfrm>
            <a:off x="7816289" y="3900021"/>
            <a:ext cx="2097330" cy="2174179"/>
            <a:chOff x="7816289" y="3900021"/>
            <a:chExt cx="2097330" cy="2174179"/>
          </a:xfrm>
        </p:grpSpPr>
        <p:sp>
          <p:nvSpPr>
            <p:cNvPr id="671" name="Google Shape;671;p22"/>
            <p:cNvSpPr/>
            <p:nvPr/>
          </p:nvSpPr>
          <p:spPr>
            <a:xfrm flipH="1" rot="6753000">
              <a:off x="7811640" y="43178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2" name="Google Shape;672;p22"/>
            <p:cNvSpPr/>
            <p:nvPr/>
          </p:nvSpPr>
          <p:spPr>
            <a:xfrm flipH="1" rot="6753000">
              <a:off x="7811640" y="43178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73" name="Google Shape;673;p22"/>
            <p:cNvSpPr/>
            <p:nvPr/>
          </p:nvSpPr>
          <p:spPr>
            <a:xfrm flipH="1" rot="6753000">
              <a:off x="8111160" y="4738680"/>
              <a:ext cx="1450800" cy="66060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4" name="Google Shape;674;p22"/>
            <p:cNvSpPr/>
            <p:nvPr/>
          </p:nvSpPr>
          <p:spPr>
            <a:xfrm flipH="1" rot="6753000">
              <a:off x="8424000" y="4627080"/>
              <a:ext cx="971280" cy="4334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5" name="Google Shape;675;p22"/>
            <p:cNvSpPr/>
            <p:nvPr/>
          </p:nvSpPr>
          <p:spPr>
            <a:xfrm flipH="1" rot="6753000">
              <a:off x="8374680" y="4613400"/>
              <a:ext cx="897840" cy="403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6" name="Google Shape;676;p22"/>
            <p:cNvSpPr/>
            <p:nvPr/>
          </p:nvSpPr>
          <p:spPr>
            <a:xfrm flipH="1" rot="6753000">
              <a:off x="8324640" y="4594320"/>
              <a:ext cx="830520" cy="37584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7" name="Google Shape;677;p22"/>
            <p:cNvSpPr/>
            <p:nvPr/>
          </p:nvSpPr>
          <p:spPr>
            <a:xfrm flipH="1" rot="6753000">
              <a:off x="8220960" y="4650120"/>
              <a:ext cx="493920" cy="23652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8" name="Google Shape;678;p22"/>
            <p:cNvSpPr/>
            <p:nvPr/>
          </p:nvSpPr>
          <p:spPr>
            <a:xfrm flipH="1" rot="6753000">
              <a:off x="8650800" y="4430520"/>
              <a:ext cx="195840" cy="11340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56875" lIns="91425" spcFirstLastPara="1" rIns="91425" wrap="square" tIns="56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9" name="Google Shape;679;p22"/>
            <p:cNvSpPr/>
            <p:nvPr/>
          </p:nvSpPr>
          <p:spPr>
            <a:xfrm flipH="1" rot="6753000">
              <a:off x="8265240" y="4694040"/>
              <a:ext cx="493920" cy="23652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0" name="Google Shape;680;p22"/>
            <p:cNvSpPr/>
            <p:nvPr/>
          </p:nvSpPr>
          <p:spPr>
            <a:xfrm flipH="1" rot="6753000">
              <a:off x="8123760" y="5239080"/>
              <a:ext cx="320040" cy="16488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1" name="Google Shape;681;p22"/>
            <p:cNvSpPr/>
            <p:nvPr/>
          </p:nvSpPr>
          <p:spPr>
            <a:xfrm flipH="1" rot="6753000">
              <a:off x="8168040" y="5283720"/>
              <a:ext cx="320040" cy="16452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2" name="Google Shape;682;p22"/>
            <p:cNvSpPr/>
            <p:nvPr/>
          </p:nvSpPr>
          <p:spPr>
            <a:xfrm flipH="1" rot="6753000">
              <a:off x="8885160" y="4252680"/>
              <a:ext cx="178920" cy="18252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3" name="Google Shape;683;p22"/>
            <p:cNvSpPr/>
            <p:nvPr/>
          </p:nvSpPr>
          <p:spPr>
            <a:xfrm flipH="1" rot="6753000">
              <a:off x="8999640" y="4293360"/>
              <a:ext cx="11160" cy="104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4" name="Google Shape;684;p22"/>
            <p:cNvSpPr/>
            <p:nvPr/>
          </p:nvSpPr>
          <p:spPr>
            <a:xfrm flipH="1" rot="6753000">
              <a:off x="8982360" y="4271040"/>
              <a:ext cx="11160" cy="104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5" name="Google Shape;685;p22"/>
            <p:cNvSpPr/>
            <p:nvPr/>
          </p:nvSpPr>
          <p:spPr>
            <a:xfrm flipH="1" rot="6753000">
              <a:off x="9002160" y="4372200"/>
              <a:ext cx="8280" cy="900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6" name="Google Shape;686;p22"/>
            <p:cNvSpPr/>
            <p:nvPr/>
          </p:nvSpPr>
          <p:spPr>
            <a:xfrm flipH="1" rot="6753000">
              <a:off x="8989920" y="4397400"/>
              <a:ext cx="8280" cy="900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7" name="Google Shape;687;p22"/>
            <p:cNvSpPr/>
            <p:nvPr/>
          </p:nvSpPr>
          <p:spPr>
            <a:xfrm flipH="1" rot="6753000">
              <a:off x="8019360" y="5056560"/>
              <a:ext cx="284400" cy="28440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8" name="Google Shape;688;p22"/>
            <p:cNvSpPr/>
            <p:nvPr/>
          </p:nvSpPr>
          <p:spPr>
            <a:xfrm flipH="1" rot="6753000">
              <a:off x="8256240" y="4307040"/>
              <a:ext cx="1381320" cy="151992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9" name="Google Shape;689;p22"/>
            <p:cNvSpPr/>
            <p:nvPr/>
          </p:nvSpPr>
          <p:spPr>
            <a:xfrm flipH="1" rot="6753000">
              <a:off x="8504280" y="47206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0" name="Google Shape;690;p22"/>
            <p:cNvSpPr/>
            <p:nvPr/>
          </p:nvSpPr>
          <p:spPr>
            <a:xfrm flipH="1" rot="6753000">
              <a:off x="8860680" y="4781520"/>
              <a:ext cx="689400" cy="82476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1" name="Google Shape;691;p22"/>
            <p:cNvSpPr/>
            <p:nvPr/>
          </p:nvSpPr>
          <p:spPr>
            <a:xfrm flipH="1" rot="6753000">
              <a:off x="8823960" y="4745520"/>
              <a:ext cx="638640" cy="76356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2" name="Google Shape;692;p22"/>
            <p:cNvSpPr/>
            <p:nvPr/>
          </p:nvSpPr>
          <p:spPr>
            <a:xfrm flipH="1" rot="6753000">
              <a:off x="8788680" y="4705920"/>
              <a:ext cx="592560" cy="70740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3" name="Google Shape;693;p22"/>
            <p:cNvSpPr/>
            <p:nvPr/>
          </p:nvSpPr>
          <p:spPr>
            <a:xfrm flipH="1" rot="6753000">
              <a:off x="8671320" y="4705200"/>
              <a:ext cx="361080" cy="42624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4" name="Google Shape;694;p22"/>
            <p:cNvSpPr/>
            <p:nvPr/>
          </p:nvSpPr>
          <p:spPr>
            <a:xfrm flipH="1" rot="6753000">
              <a:off x="9154080" y="4714200"/>
              <a:ext cx="156600" cy="17712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88550" lIns="91425" spcFirstLastPara="1" rIns="91425" wrap="square" tIns="88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5" name="Google Shape;695;p22"/>
            <p:cNvSpPr/>
            <p:nvPr/>
          </p:nvSpPr>
          <p:spPr>
            <a:xfrm flipH="1" rot="6753000">
              <a:off x="8689320" y="4764600"/>
              <a:ext cx="361080" cy="42624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6" name="Google Shape;696;p22"/>
            <p:cNvSpPr/>
            <p:nvPr/>
          </p:nvSpPr>
          <p:spPr>
            <a:xfrm flipH="1" rot="6753000">
              <a:off x="8308080" y="5178600"/>
              <a:ext cx="241560" cy="28080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7" name="Google Shape;697;p22"/>
            <p:cNvSpPr/>
            <p:nvPr/>
          </p:nvSpPr>
          <p:spPr>
            <a:xfrm flipH="1" rot="6753000">
              <a:off x="8326080" y="5238000"/>
              <a:ext cx="241560" cy="28080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8" name="Google Shape;698;p22"/>
            <p:cNvSpPr/>
            <p:nvPr/>
          </p:nvSpPr>
          <p:spPr>
            <a:xfrm flipH="1" rot="6753000">
              <a:off x="9412920" y="4686840"/>
              <a:ext cx="198360" cy="18936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9" name="Google Shape;699;p22"/>
            <p:cNvSpPr/>
            <p:nvPr/>
          </p:nvSpPr>
          <p:spPr>
            <a:xfrm flipH="1" rot="6753000">
              <a:off x="9541800" y="4752000"/>
              <a:ext cx="10800" cy="104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00" name="Google Shape;700;p22"/>
            <p:cNvSpPr/>
            <p:nvPr/>
          </p:nvSpPr>
          <p:spPr>
            <a:xfrm flipH="1" rot="6753000">
              <a:off x="9537120" y="4725000"/>
              <a:ext cx="11160" cy="104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01" name="Google Shape;701;p22"/>
            <p:cNvSpPr/>
            <p:nvPr/>
          </p:nvSpPr>
          <p:spPr>
            <a:xfrm flipH="1" rot="6753000">
              <a:off x="9506520" y="4822560"/>
              <a:ext cx="10800" cy="104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02" name="Google Shape;702;p22"/>
            <p:cNvSpPr/>
            <p:nvPr/>
          </p:nvSpPr>
          <p:spPr>
            <a:xfrm flipH="1" rot="6753000">
              <a:off x="9483480" y="4838760"/>
              <a:ext cx="10800" cy="104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03" name="Google Shape;703;p22"/>
            <p:cNvSpPr/>
            <p:nvPr/>
          </p:nvSpPr>
          <p:spPr>
            <a:xfrm flipH="1" rot="6753000">
              <a:off x="8225280" y="5000400"/>
              <a:ext cx="306720" cy="30672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04" name="Google Shape;704;p22"/>
            <p:cNvSpPr/>
            <p:nvPr/>
          </p:nvSpPr>
          <p:spPr>
            <a:xfrm flipH="1" rot="6753000">
              <a:off x="8504280" y="47206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705" name="Google Shape;705;p22"/>
          <p:cNvGrpSpPr/>
          <p:nvPr/>
        </p:nvGrpSpPr>
        <p:grpSpPr>
          <a:xfrm>
            <a:off x="-1140641" y="-1045421"/>
            <a:ext cx="2192003" cy="2192476"/>
            <a:chOff x="-1140641" y="-1045421"/>
            <a:chExt cx="2192003" cy="2192476"/>
          </a:xfrm>
        </p:grpSpPr>
        <p:sp>
          <p:nvSpPr>
            <p:cNvPr id="706" name="Google Shape;706;p22"/>
            <p:cNvSpPr/>
            <p:nvPr/>
          </p:nvSpPr>
          <p:spPr>
            <a:xfrm rot="2700000">
              <a:off x="-903240" y="-640800"/>
              <a:ext cx="1717200" cy="138276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07" name="Google Shape;707;p22"/>
            <p:cNvSpPr/>
            <p:nvPr/>
          </p:nvSpPr>
          <p:spPr>
            <a:xfrm rot="2700000">
              <a:off x="-812880" y="108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08" name="Google Shape;708;p22"/>
            <p:cNvSpPr/>
            <p:nvPr/>
          </p:nvSpPr>
          <p:spPr>
            <a:xfrm rot="2700000">
              <a:off x="-719640" y="-15336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09" name="Google Shape;709;p22"/>
            <p:cNvSpPr/>
            <p:nvPr/>
          </p:nvSpPr>
          <p:spPr>
            <a:xfrm rot="2700000">
              <a:off x="-624240" y="-31068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10" name="Google Shape;710;p22"/>
            <p:cNvSpPr/>
            <p:nvPr/>
          </p:nvSpPr>
          <p:spPr>
            <a:xfrm rot="2700000">
              <a:off x="-533520" y="-4633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11" name="Google Shape;711;p22"/>
            <p:cNvSpPr/>
            <p:nvPr/>
          </p:nvSpPr>
          <p:spPr>
            <a:xfrm rot="2700000">
              <a:off x="-906120" y="15624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12" name="Google Shape;712;p22"/>
            <p:cNvSpPr/>
            <p:nvPr/>
          </p:nvSpPr>
          <p:spPr>
            <a:xfrm rot="2700000">
              <a:off x="-735840" y="-570960"/>
              <a:ext cx="1521000" cy="138276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13" name="Google Shape;713;p22"/>
            <p:cNvSpPr/>
            <p:nvPr/>
          </p:nvSpPr>
          <p:spPr>
            <a:xfrm rot="2700000">
              <a:off x="87480" y="-590760"/>
              <a:ext cx="432000" cy="1249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62625" lIns="91425" spcFirstLastPara="1" rIns="91425" wrap="square" tIns="62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14" name="Google Shape;714;p22"/>
            <p:cNvSpPr/>
            <p:nvPr/>
          </p:nvSpPr>
          <p:spPr>
            <a:xfrm rot="2700000">
              <a:off x="-2160" y="-647280"/>
              <a:ext cx="567000" cy="31068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15" name="Google Shape;715;p22"/>
            <p:cNvSpPr/>
            <p:nvPr/>
          </p:nvSpPr>
          <p:spPr>
            <a:xfrm rot="2700000">
              <a:off x="8640" y="-572040"/>
              <a:ext cx="50400" cy="2520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16" name="Google Shape;716;p22"/>
            <p:cNvSpPr/>
            <p:nvPr/>
          </p:nvSpPr>
          <p:spPr>
            <a:xfrm rot="2700000">
              <a:off x="433440" y="-322560"/>
              <a:ext cx="50400" cy="2520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17" name="Google Shape;717;p22"/>
            <p:cNvSpPr/>
            <p:nvPr/>
          </p:nvSpPr>
          <p:spPr>
            <a:xfrm rot="2700000">
              <a:off x="208800" y="-234720"/>
              <a:ext cx="364680" cy="1081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18" name="Google Shape;718;p22"/>
            <p:cNvSpPr/>
            <p:nvPr/>
          </p:nvSpPr>
          <p:spPr>
            <a:xfrm rot="2700000">
              <a:off x="372600" y="294840"/>
              <a:ext cx="32400" cy="3024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19" name="Google Shape;719;p22"/>
            <p:cNvSpPr/>
            <p:nvPr/>
          </p:nvSpPr>
          <p:spPr>
            <a:xfrm rot="2700000">
              <a:off x="284400" y="181080"/>
              <a:ext cx="213840" cy="2498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20" name="Google Shape;720;p22"/>
            <p:cNvSpPr/>
            <p:nvPr/>
          </p:nvSpPr>
          <p:spPr>
            <a:xfrm rot="2700000">
              <a:off x="281160" y="383400"/>
              <a:ext cx="104400" cy="3636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21" name="Google Shape;721;p22"/>
            <p:cNvSpPr/>
            <p:nvPr/>
          </p:nvSpPr>
          <p:spPr>
            <a:xfrm rot="2700000">
              <a:off x="-663840" y="-745560"/>
              <a:ext cx="365040" cy="1081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22" name="Google Shape;722;p22"/>
            <p:cNvSpPr/>
            <p:nvPr/>
          </p:nvSpPr>
          <p:spPr>
            <a:xfrm rot="2700000">
              <a:off x="-500040" y="-216000"/>
              <a:ext cx="32400" cy="3024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23" name="Google Shape;723;p22"/>
            <p:cNvSpPr/>
            <p:nvPr/>
          </p:nvSpPr>
          <p:spPr>
            <a:xfrm rot="2700000">
              <a:off x="-588600" y="-329760"/>
              <a:ext cx="213840" cy="24984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24" name="Google Shape;724;p22"/>
            <p:cNvSpPr/>
            <p:nvPr/>
          </p:nvSpPr>
          <p:spPr>
            <a:xfrm rot="2700000">
              <a:off x="-591480" y="-127080"/>
              <a:ext cx="104400" cy="3636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25" name="Google Shape;725;p22"/>
            <p:cNvSpPr/>
            <p:nvPr/>
          </p:nvSpPr>
          <p:spPr>
            <a:xfrm rot="2700000">
              <a:off x="-17640" y="-564120"/>
              <a:ext cx="90360" cy="381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26" name="Google Shape;726;p22"/>
            <p:cNvSpPr/>
            <p:nvPr/>
          </p:nvSpPr>
          <p:spPr>
            <a:xfrm rot="2700000">
              <a:off x="-16920" y="-564840"/>
              <a:ext cx="90720" cy="3168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27" name="Google Shape;727;p22"/>
            <p:cNvSpPr/>
            <p:nvPr/>
          </p:nvSpPr>
          <p:spPr>
            <a:xfrm rot="2700000">
              <a:off x="407160" y="-315720"/>
              <a:ext cx="90360" cy="3816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28" name="Google Shape;728;p22"/>
            <p:cNvSpPr/>
            <p:nvPr/>
          </p:nvSpPr>
          <p:spPr>
            <a:xfrm rot="2700000">
              <a:off x="407880" y="-316080"/>
              <a:ext cx="90720" cy="3168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729" name="Google Shape;729;p22"/>
          <p:cNvSpPr/>
          <p:nvPr/>
        </p:nvSpPr>
        <p:spPr>
          <a:xfrm rot="9534600">
            <a:off x="1662120" y="4455360"/>
            <a:ext cx="2355840" cy="141480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30" name="Google Shape;730;p22"/>
          <p:cNvSpPr txBox="1"/>
          <p:nvPr>
            <p:ph type="title"/>
          </p:nvPr>
        </p:nvSpPr>
        <p:spPr>
          <a:xfrm>
            <a:off x="720000" y="1965600"/>
            <a:ext cx="4727520" cy="15948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31" name="Google Shape;731;p22"/>
          <p:cNvSpPr txBox="1"/>
          <p:nvPr>
            <p:ph idx="2" type="title"/>
          </p:nvPr>
        </p:nvSpPr>
        <p:spPr>
          <a:xfrm>
            <a:off x="720000" y="920880"/>
            <a:ext cx="1387800" cy="103284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32" name="Google Shape;732;p22"/>
          <p:cNvSpPr/>
          <p:nvPr/>
        </p:nvSpPr>
        <p:spPr>
          <a:xfrm>
            <a:off x="5818680" y="464508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33" name="Google Shape;733;p22"/>
          <p:cNvSpPr/>
          <p:nvPr/>
        </p:nvSpPr>
        <p:spPr>
          <a:xfrm>
            <a:off x="8802360" y="119736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34" name="Google Shape;734;p22"/>
          <p:cNvSpPr/>
          <p:nvPr/>
        </p:nvSpPr>
        <p:spPr>
          <a:xfrm>
            <a:off x="1320480" y="27864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3">
  <p:cSld name="SECTION_HEADER_3">
    <p:bg>
      <p:bgPr>
        <a:solidFill>
          <a:schemeClr val="accent4"/>
        </a:solidFill>
      </p:bgPr>
    </p:bg>
    <p:spTree>
      <p:nvGrpSpPr>
        <p:cNvPr id="735" name="Shape 735"/>
        <p:cNvGrpSpPr/>
        <p:nvPr/>
      </p:nvGrpSpPr>
      <p:grpSpPr>
        <a:xfrm>
          <a:off x="0" y="0"/>
          <a:ext cx="0" cy="0"/>
          <a:chOff x="0" y="0"/>
          <a:chExt cx="0" cy="0"/>
        </a:xfrm>
      </p:grpSpPr>
      <p:sp>
        <p:nvSpPr>
          <p:cNvPr id="736" name="Google Shape;736;p23"/>
          <p:cNvSpPr/>
          <p:nvPr/>
        </p:nvSpPr>
        <p:spPr>
          <a:xfrm>
            <a:off x="1226520" y="-4788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37" name="Google Shape;737;p23"/>
          <p:cNvSpPr/>
          <p:nvPr/>
        </p:nvSpPr>
        <p:spPr>
          <a:xfrm rot="-5400000">
            <a:off x="664668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38" name="Google Shape;738;p23"/>
          <p:cNvSpPr/>
          <p:nvPr/>
        </p:nvSpPr>
        <p:spPr>
          <a:xfrm flipH="1">
            <a:off x="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739" name="Google Shape;739;p23"/>
          <p:cNvGrpSpPr/>
          <p:nvPr/>
        </p:nvGrpSpPr>
        <p:grpSpPr>
          <a:xfrm>
            <a:off x="7998182" y="4006581"/>
            <a:ext cx="2097690" cy="2173819"/>
            <a:chOff x="7998182" y="4006581"/>
            <a:chExt cx="2097690" cy="2173819"/>
          </a:xfrm>
        </p:grpSpPr>
        <p:sp>
          <p:nvSpPr>
            <p:cNvPr id="740" name="Google Shape;740;p23"/>
            <p:cNvSpPr/>
            <p:nvPr/>
          </p:nvSpPr>
          <p:spPr>
            <a:xfrm rot="-6753000">
              <a:off x="8480520" y="442440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41" name="Google Shape;741;p23"/>
            <p:cNvSpPr/>
            <p:nvPr/>
          </p:nvSpPr>
          <p:spPr>
            <a:xfrm rot="-6753000">
              <a:off x="8480520" y="442440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42" name="Google Shape;742;p23"/>
            <p:cNvSpPr/>
            <p:nvPr/>
          </p:nvSpPr>
          <p:spPr>
            <a:xfrm rot="-6753000">
              <a:off x="8349840" y="4844520"/>
              <a:ext cx="1450800" cy="66096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43" name="Google Shape;743;p23"/>
            <p:cNvSpPr/>
            <p:nvPr/>
          </p:nvSpPr>
          <p:spPr>
            <a:xfrm rot="-6753000">
              <a:off x="8516520" y="4734000"/>
              <a:ext cx="971280" cy="4334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44" name="Google Shape;744;p23"/>
            <p:cNvSpPr/>
            <p:nvPr/>
          </p:nvSpPr>
          <p:spPr>
            <a:xfrm rot="-6753000">
              <a:off x="8639280" y="4719240"/>
              <a:ext cx="897840" cy="403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45" name="Google Shape;745;p23"/>
            <p:cNvSpPr/>
            <p:nvPr/>
          </p:nvSpPr>
          <p:spPr>
            <a:xfrm rot="-6753000">
              <a:off x="8756640" y="4701240"/>
              <a:ext cx="830520" cy="37548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46" name="Google Shape;746;p23"/>
            <p:cNvSpPr/>
            <p:nvPr/>
          </p:nvSpPr>
          <p:spPr>
            <a:xfrm rot="-6753000">
              <a:off x="9196920" y="4755960"/>
              <a:ext cx="493920" cy="23652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47" name="Google Shape;747;p23"/>
            <p:cNvSpPr/>
            <p:nvPr/>
          </p:nvSpPr>
          <p:spPr>
            <a:xfrm rot="-6753000">
              <a:off x="9065520" y="4536720"/>
              <a:ext cx="195840" cy="11340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56875" lIns="91425" spcFirstLastPara="1" rIns="91425" wrap="square" tIns="56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48" name="Google Shape;748;p23"/>
            <p:cNvSpPr/>
            <p:nvPr/>
          </p:nvSpPr>
          <p:spPr>
            <a:xfrm rot="-6753000">
              <a:off x="9153000" y="4800240"/>
              <a:ext cx="493920" cy="23652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49" name="Google Shape;749;p23"/>
            <p:cNvSpPr/>
            <p:nvPr/>
          </p:nvSpPr>
          <p:spPr>
            <a:xfrm rot="-6753000">
              <a:off x="9468360" y="5345280"/>
              <a:ext cx="320040" cy="16488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0" name="Google Shape;750;p23"/>
            <p:cNvSpPr/>
            <p:nvPr/>
          </p:nvSpPr>
          <p:spPr>
            <a:xfrm rot="-6753000">
              <a:off x="9424440" y="5389920"/>
              <a:ext cx="320040" cy="16452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1" name="Google Shape;751;p23"/>
            <p:cNvSpPr/>
            <p:nvPr/>
          </p:nvSpPr>
          <p:spPr>
            <a:xfrm rot="-6753000">
              <a:off x="8847360" y="4358880"/>
              <a:ext cx="178920" cy="18216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91075" lIns="91425" spcFirstLastPara="1" rIns="91425" wrap="square" tIns="910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2" name="Google Shape;752;p23"/>
            <p:cNvSpPr/>
            <p:nvPr/>
          </p:nvSpPr>
          <p:spPr>
            <a:xfrm rot="-6753000">
              <a:off x="8901360" y="4399560"/>
              <a:ext cx="11160" cy="104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3" name="Google Shape;753;p23"/>
            <p:cNvSpPr/>
            <p:nvPr/>
          </p:nvSpPr>
          <p:spPr>
            <a:xfrm rot="-6753000">
              <a:off x="8918280" y="4376880"/>
              <a:ext cx="11160" cy="104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4" name="Google Shape;754;p23"/>
            <p:cNvSpPr/>
            <p:nvPr/>
          </p:nvSpPr>
          <p:spPr>
            <a:xfrm rot="-6753000">
              <a:off x="8901360" y="4478760"/>
              <a:ext cx="8280" cy="900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5" name="Google Shape;755;p23"/>
            <p:cNvSpPr/>
            <p:nvPr/>
          </p:nvSpPr>
          <p:spPr>
            <a:xfrm rot="-6753000">
              <a:off x="8913960" y="4504320"/>
              <a:ext cx="8280" cy="900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6" name="Google Shape;756;p23"/>
            <p:cNvSpPr/>
            <p:nvPr/>
          </p:nvSpPr>
          <p:spPr>
            <a:xfrm rot="-6753000">
              <a:off x="9608400" y="5163120"/>
              <a:ext cx="284400" cy="28440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7" name="Google Shape;757;p23"/>
            <p:cNvSpPr/>
            <p:nvPr/>
          </p:nvSpPr>
          <p:spPr>
            <a:xfrm rot="-6753000">
              <a:off x="8274240" y="4412520"/>
              <a:ext cx="1381320" cy="151992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8" name="Google Shape;758;p23"/>
            <p:cNvSpPr/>
            <p:nvPr/>
          </p:nvSpPr>
          <p:spPr>
            <a:xfrm rot="-6753000">
              <a:off x="8369640" y="48268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9" name="Google Shape;759;p23"/>
            <p:cNvSpPr/>
            <p:nvPr/>
          </p:nvSpPr>
          <p:spPr>
            <a:xfrm rot="-6753000">
              <a:off x="8361720" y="4887360"/>
              <a:ext cx="689400" cy="82512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0" name="Google Shape;760;p23"/>
            <p:cNvSpPr/>
            <p:nvPr/>
          </p:nvSpPr>
          <p:spPr>
            <a:xfrm rot="-6753000">
              <a:off x="8449560" y="4851360"/>
              <a:ext cx="638640" cy="76356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1" name="Google Shape;761;p23"/>
            <p:cNvSpPr/>
            <p:nvPr/>
          </p:nvSpPr>
          <p:spPr>
            <a:xfrm rot="-6753000">
              <a:off x="8530920" y="4811760"/>
              <a:ext cx="592560" cy="70740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2" name="Google Shape;762;p23"/>
            <p:cNvSpPr/>
            <p:nvPr/>
          </p:nvSpPr>
          <p:spPr>
            <a:xfrm rot="-6753000">
              <a:off x="8879760" y="4811760"/>
              <a:ext cx="361080" cy="42588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3" name="Google Shape;763;p23"/>
            <p:cNvSpPr/>
            <p:nvPr/>
          </p:nvSpPr>
          <p:spPr>
            <a:xfrm rot="-6753000">
              <a:off x="8601480" y="4820760"/>
              <a:ext cx="156600" cy="17712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88550" lIns="91425" spcFirstLastPara="1" rIns="91425" wrap="square" tIns="88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4" name="Google Shape;764;p23"/>
            <p:cNvSpPr/>
            <p:nvPr/>
          </p:nvSpPr>
          <p:spPr>
            <a:xfrm rot="-6753000">
              <a:off x="8861400" y="4871160"/>
              <a:ext cx="361080" cy="42588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5" name="Google Shape;765;p23"/>
            <p:cNvSpPr/>
            <p:nvPr/>
          </p:nvSpPr>
          <p:spPr>
            <a:xfrm rot="-6753000">
              <a:off x="9362520" y="5285160"/>
              <a:ext cx="241560" cy="28080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6" name="Google Shape;766;p23"/>
            <p:cNvSpPr/>
            <p:nvPr/>
          </p:nvSpPr>
          <p:spPr>
            <a:xfrm rot="-6753000">
              <a:off x="9344520" y="5344920"/>
              <a:ext cx="241560" cy="28080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7" name="Google Shape;767;p23"/>
            <p:cNvSpPr/>
            <p:nvPr/>
          </p:nvSpPr>
          <p:spPr>
            <a:xfrm rot="-6753000">
              <a:off x="8301240" y="4792680"/>
              <a:ext cx="198360" cy="18972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8" name="Google Shape;768;p23"/>
            <p:cNvSpPr/>
            <p:nvPr/>
          </p:nvSpPr>
          <p:spPr>
            <a:xfrm rot="-6753000">
              <a:off x="8359560" y="4858920"/>
              <a:ext cx="10800" cy="104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9" name="Google Shape;769;p23"/>
            <p:cNvSpPr/>
            <p:nvPr/>
          </p:nvSpPr>
          <p:spPr>
            <a:xfrm rot="-6753000">
              <a:off x="8363880" y="4830840"/>
              <a:ext cx="11160" cy="104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0" name="Google Shape;770;p23"/>
            <p:cNvSpPr/>
            <p:nvPr/>
          </p:nvSpPr>
          <p:spPr>
            <a:xfrm rot="-6753000">
              <a:off x="8394840" y="4929480"/>
              <a:ext cx="10800" cy="104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1" name="Google Shape;771;p23"/>
            <p:cNvSpPr/>
            <p:nvPr/>
          </p:nvSpPr>
          <p:spPr>
            <a:xfrm rot="-6753000">
              <a:off x="8417880" y="4946040"/>
              <a:ext cx="10800" cy="104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2" name="Google Shape;772;p23"/>
            <p:cNvSpPr/>
            <p:nvPr/>
          </p:nvSpPr>
          <p:spPr>
            <a:xfrm rot="-6753000">
              <a:off x="9380520" y="5106240"/>
              <a:ext cx="306720" cy="30672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3" name="Google Shape;773;p23"/>
            <p:cNvSpPr/>
            <p:nvPr/>
          </p:nvSpPr>
          <p:spPr>
            <a:xfrm rot="-6753000">
              <a:off x="8369640" y="48268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774" name="Google Shape;774;p23"/>
          <p:cNvSpPr txBox="1"/>
          <p:nvPr>
            <p:ph type="title"/>
          </p:nvPr>
        </p:nvSpPr>
        <p:spPr>
          <a:xfrm>
            <a:off x="720000" y="2300040"/>
            <a:ext cx="5362200" cy="97128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75" name="Google Shape;775;p23"/>
          <p:cNvSpPr txBox="1"/>
          <p:nvPr>
            <p:ph idx="2" type="title"/>
          </p:nvPr>
        </p:nvSpPr>
        <p:spPr>
          <a:xfrm>
            <a:off x="720000" y="1353600"/>
            <a:ext cx="1387800" cy="103284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776" name="Google Shape;776;p23"/>
          <p:cNvGrpSpPr/>
          <p:nvPr/>
        </p:nvGrpSpPr>
        <p:grpSpPr>
          <a:xfrm>
            <a:off x="-363960" y="-488520"/>
            <a:ext cx="1230840" cy="1138680"/>
            <a:chOff x="-363960" y="-488520"/>
            <a:chExt cx="1230840" cy="1138680"/>
          </a:xfrm>
        </p:grpSpPr>
        <p:sp>
          <p:nvSpPr>
            <p:cNvPr id="777" name="Google Shape;777;p23"/>
            <p:cNvSpPr/>
            <p:nvPr/>
          </p:nvSpPr>
          <p:spPr>
            <a:xfrm>
              <a:off x="-363960" y="-488520"/>
              <a:ext cx="1230840" cy="113868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8" name="Google Shape;778;p23"/>
            <p:cNvSpPr/>
            <p:nvPr/>
          </p:nvSpPr>
          <p:spPr>
            <a:xfrm>
              <a:off x="-191520" y="-161280"/>
              <a:ext cx="933480" cy="72072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9" name="Google Shape;779;p23"/>
            <p:cNvSpPr/>
            <p:nvPr/>
          </p:nvSpPr>
          <p:spPr>
            <a:xfrm>
              <a:off x="-205920" y="-346680"/>
              <a:ext cx="842760" cy="70236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80" name="Google Shape;780;p23"/>
            <p:cNvSpPr/>
            <p:nvPr/>
          </p:nvSpPr>
          <p:spPr>
            <a:xfrm>
              <a:off x="200160" y="-120600"/>
              <a:ext cx="176760" cy="26748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81" name="Google Shape;781;p23"/>
            <p:cNvSpPr/>
            <p:nvPr/>
          </p:nvSpPr>
          <p:spPr>
            <a:xfrm>
              <a:off x="201240" y="99360"/>
              <a:ext cx="90000" cy="30240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82" name="Google Shape;782;p23"/>
            <p:cNvSpPr/>
            <p:nvPr/>
          </p:nvSpPr>
          <p:spPr>
            <a:xfrm>
              <a:off x="217440" y="114480"/>
              <a:ext cx="19440" cy="1692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83" name="Google Shape;783;p23"/>
            <p:cNvSpPr/>
            <p:nvPr/>
          </p:nvSpPr>
          <p:spPr>
            <a:xfrm>
              <a:off x="-166680" y="-306000"/>
              <a:ext cx="864720" cy="82512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84" name="Google Shape;784;p23"/>
            <p:cNvSpPr/>
            <p:nvPr/>
          </p:nvSpPr>
          <p:spPr>
            <a:xfrm>
              <a:off x="-191520" y="-161280"/>
              <a:ext cx="933480" cy="72072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785" name="Google Shape;785;p23"/>
          <p:cNvGrpSpPr/>
          <p:nvPr/>
        </p:nvGrpSpPr>
        <p:grpSpPr>
          <a:xfrm>
            <a:off x="-595749" y="4164955"/>
            <a:ext cx="1821812" cy="1719131"/>
            <a:chOff x="-595749" y="4164955"/>
            <a:chExt cx="1821812" cy="1719131"/>
          </a:xfrm>
        </p:grpSpPr>
        <p:sp>
          <p:nvSpPr>
            <p:cNvPr id="786" name="Google Shape;786;p23"/>
            <p:cNvSpPr/>
            <p:nvPr/>
          </p:nvSpPr>
          <p:spPr>
            <a:xfrm rot="-4010400">
              <a:off x="-310320" y="4301640"/>
              <a:ext cx="1251360" cy="144576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87" name="Google Shape;787;p23"/>
            <p:cNvSpPr/>
            <p:nvPr/>
          </p:nvSpPr>
          <p:spPr>
            <a:xfrm rot="-4010400">
              <a:off x="-269640" y="4510080"/>
              <a:ext cx="893880" cy="129924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88" name="Google Shape;788;p23"/>
            <p:cNvSpPr/>
            <p:nvPr/>
          </p:nvSpPr>
          <p:spPr>
            <a:xfrm rot="-4010400">
              <a:off x="-241560" y="4694400"/>
              <a:ext cx="587160" cy="115740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89" name="Google Shape;789;p23"/>
            <p:cNvSpPr/>
            <p:nvPr/>
          </p:nvSpPr>
          <p:spPr>
            <a:xfrm rot="-4010400">
              <a:off x="199440" y="5000400"/>
              <a:ext cx="524880" cy="26748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0" name="Google Shape;790;p23"/>
            <p:cNvSpPr/>
            <p:nvPr/>
          </p:nvSpPr>
          <p:spPr>
            <a:xfrm rot="-4010400">
              <a:off x="254520" y="5061600"/>
              <a:ext cx="524880" cy="26748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1" name="Google Shape;791;p23"/>
            <p:cNvSpPr/>
            <p:nvPr/>
          </p:nvSpPr>
          <p:spPr>
            <a:xfrm rot="-4010400">
              <a:off x="309600" y="5122800"/>
              <a:ext cx="524880" cy="26748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2" name="Google Shape;792;p23"/>
            <p:cNvSpPr/>
            <p:nvPr/>
          </p:nvSpPr>
          <p:spPr>
            <a:xfrm rot="-4010400">
              <a:off x="17280" y="4691160"/>
              <a:ext cx="436680" cy="38304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3" name="Google Shape;793;p23"/>
            <p:cNvSpPr/>
            <p:nvPr/>
          </p:nvSpPr>
          <p:spPr>
            <a:xfrm rot="-4010400">
              <a:off x="97920" y="4834800"/>
              <a:ext cx="333000" cy="16488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4" name="Google Shape;794;p23"/>
            <p:cNvSpPr/>
            <p:nvPr/>
          </p:nvSpPr>
          <p:spPr>
            <a:xfrm rot="-4010400">
              <a:off x="105840" y="4759200"/>
              <a:ext cx="173520" cy="32796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5" name="Google Shape;795;p23"/>
            <p:cNvSpPr/>
            <p:nvPr/>
          </p:nvSpPr>
          <p:spPr>
            <a:xfrm rot="-4010400">
              <a:off x="41040" y="4767120"/>
              <a:ext cx="333000" cy="16488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6" name="Google Shape;796;p23"/>
            <p:cNvSpPr/>
            <p:nvPr/>
          </p:nvSpPr>
          <p:spPr>
            <a:xfrm rot="-4010400">
              <a:off x="193320" y="4680000"/>
              <a:ext cx="173520" cy="32832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7" name="Google Shape;797;p23"/>
            <p:cNvSpPr/>
            <p:nvPr/>
          </p:nvSpPr>
          <p:spPr>
            <a:xfrm rot="-4010400">
              <a:off x="151560" y="4713120"/>
              <a:ext cx="169200" cy="33948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8" name="Google Shape;798;p23"/>
            <p:cNvSpPr/>
            <p:nvPr/>
          </p:nvSpPr>
          <p:spPr>
            <a:xfrm rot="-4010400">
              <a:off x="65880" y="4798080"/>
              <a:ext cx="339480" cy="16920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84600" lIns="91425" spcFirstLastPara="1" rIns="91425" wrap="square" tIns="84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9" name="Google Shape;799;p23"/>
            <p:cNvSpPr/>
            <p:nvPr/>
          </p:nvSpPr>
          <p:spPr>
            <a:xfrm rot="-4010400">
              <a:off x="-458640" y="4413240"/>
              <a:ext cx="708840" cy="31824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800" name="Google Shape;800;p23"/>
          <p:cNvSpPr/>
          <p:nvPr/>
        </p:nvSpPr>
        <p:spPr>
          <a:xfrm>
            <a:off x="1418400" y="31716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01" name="Google Shape;801;p23"/>
          <p:cNvSpPr/>
          <p:nvPr/>
        </p:nvSpPr>
        <p:spPr>
          <a:xfrm>
            <a:off x="8693280" y="136692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4">
  <p:cSld name="SECTION_HEADER_4">
    <p:bg>
      <p:bgPr>
        <a:solidFill>
          <a:schemeClr val="accent4"/>
        </a:solidFill>
      </p:bgPr>
    </p:bg>
    <p:spTree>
      <p:nvGrpSpPr>
        <p:cNvPr id="802" name="Shape 802"/>
        <p:cNvGrpSpPr/>
        <p:nvPr/>
      </p:nvGrpSpPr>
      <p:grpSpPr>
        <a:xfrm>
          <a:off x="0" y="0"/>
          <a:ext cx="0" cy="0"/>
          <a:chOff x="0" y="0"/>
          <a:chExt cx="0" cy="0"/>
        </a:xfrm>
      </p:grpSpPr>
      <p:sp>
        <p:nvSpPr>
          <p:cNvPr id="803" name="Google Shape;803;p24"/>
          <p:cNvSpPr/>
          <p:nvPr/>
        </p:nvSpPr>
        <p:spPr>
          <a:xfrm rot="10800000">
            <a:off x="3746160" y="401544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04" name="Google Shape;804;p24"/>
          <p:cNvSpPr/>
          <p:nvPr/>
        </p:nvSpPr>
        <p:spPr>
          <a:xfrm rot="5400000">
            <a:off x="270360" y="-31788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05" name="Google Shape;805;p24"/>
          <p:cNvSpPr/>
          <p:nvPr/>
        </p:nvSpPr>
        <p:spPr>
          <a:xfrm flipH="1" rot="10800000">
            <a:off x="6527520" y="-4752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806" name="Google Shape;806;p24"/>
          <p:cNvGrpSpPr/>
          <p:nvPr/>
        </p:nvGrpSpPr>
        <p:grpSpPr>
          <a:xfrm>
            <a:off x="8157157" y="4172281"/>
            <a:ext cx="1588634" cy="1615090"/>
            <a:chOff x="8157157" y="4172281"/>
            <a:chExt cx="1588634" cy="1615090"/>
          </a:xfrm>
        </p:grpSpPr>
        <p:sp>
          <p:nvSpPr>
            <p:cNvPr id="807" name="Google Shape;807;p24"/>
            <p:cNvSpPr/>
            <p:nvPr/>
          </p:nvSpPr>
          <p:spPr>
            <a:xfrm rot="583800">
              <a:off x="8449560" y="4265280"/>
              <a:ext cx="1202400" cy="121176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08" name="Google Shape;808;p24"/>
            <p:cNvSpPr/>
            <p:nvPr/>
          </p:nvSpPr>
          <p:spPr>
            <a:xfrm rot="583800">
              <a:off x="8480520" y="4267800"/>
              <a:ext cx="1202400" cy="84636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09" name="Google Shape;809;p24"/>
            <p:cNvSpPr/>
            <p:nvPr/>
          </p:nvSpPr>
          <p:spPr>
            <a:xfrm rot="583800">
              <a:off x="8949960" y="4395240"/>
              <a:ext cx="128880" cy="11628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10" name="Google Shape;810;p24"/>
            <p:cNvSpPr/>
            <p:nvPr/>
          </p:nvSpPr>
          <p:spPr>
            <a:xfrm rot="583800">
              <a:off x="8883720" y="4686120"/>
              <a:ext cx="494640" cy="53316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11" name="Google Shape;811;p24"/>
            <p:cNvSpPr/>
            <p:nvPr/>
          </p:nvSpPr>
          <p:spPr>
            <a:xfrm rot="583800">
              <a:off x="9051120" y="4751280"/>
              <a:ext cx="395640" cy="42516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12" name="Google Shape;812;p24"/>
            <p:cNvSpPr/>
            <p:nvPr/>
          </p:nvSpPr>
          <p:spPr>
            <a:xfrm rot="583800">
              <a:off x="9366480" y="5009760"/>
              <a:ext cx="131400" cy="13716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13" name="Google Shape;813;p24"/>
            <p:cNvSpPr/>
            <p:nvPr/>
          </p:nvSpPr>
          <p:spPr>
            <a:xfrm rot="583800">
              <a:off x="9266040" y="4854240"/>
              <a:ext cx="131400" cy="13716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14" name="Google Shape;814;p24"/>
            <p:cNvSpPr/>
            <p:nvPr/>
          </p:nvSpPr>
          <p:spPr>
            <a:xfrm rot="583800">
              <a:off x="8223480" y="4803120"/>
              <a:ext cx="1213200" cy="8881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15" name="Google Shape;815;p24"/>
            <p:cNvSpPr/>
            <p:nvPr/>
          </p:nvSpPr>
          <p:spPr>
            <a:xfrm rot="583800">
              <a:off x="8242200" y="4804560"/>
              <a:ext cx="1213200" cy="66744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16" name="Google Shape;816;p24"/>
            <p:cNvSpPr/>
            <p:nvPr/>
          </p:nvSpPr>
          <p:spPr>
            <a:xfrm rot="583800">
              <a:off x="8244360" y="5154120"/>
              <a:ext cx="1096560" cy="36072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17" name="Google Shape;817;p24"/>
            <p:cNvSpPr/>
            <p:nvPr/>
          </p:nvSpPr>
          <p:spPr>
            <a:xfrm rot="583800">
              <a:off x="8653320" y="5164560"/>
              <a:ext cx="672480" cy="20304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18" name="Google Shape;818;p24"/>
            <p:cNvSpPr/>
            <p:nvPr/>
          </p:nvSpPr>
          <p:spPr>
            <a:xfrm rot="583800">
              <a:off x="8828280" y="5124960"/>
              <a:ext cx="529920" cy="16920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84600" lIns="91425" spcFirstLastPara="1" rIns="91425" wrap="square" tIns="84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19" name="Google Shape;819;p24"/>
            <p:cNvSpPr/>
            <p:nvPr/>
          </p:nvSpPr>
          <p:spPr>
            <a:xfrm rot="583800">
              <a:off x="8484480" y="4832280"/>
              <a:ext cx="127800" cy="11628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820" name="Google Shape;820;p24"/>
          <p:cNvGrpSpPr/>
          <p:nvPr/>
        </p:nvGrpSpPr>
        <p:grpSpPr>
          <a:xfrm>
            <a:off x="-1015312" y="-1125996"/>
            <a:ext cx="2117743" cy="2200083"/>
            <a:chOff x="-1015312" y="-1125996"/>
            <a:chExt cx="2117743" cy="2200083"/>
          </a:xfrm>
        </p:grpSpPr>
        <p:sp>
          <p:nvSpPr>
            <p:cNvPr id="821" name="Google Shape;821;p24"/>
            <p:cNvSpPr/>
            <p:nvPr/>
          </p:nvSpPr>
          <p:spPr>
            <a:xfrm rot="3299400">
              <a:off x="-815040" y="-717480"/>
              <a:ext cx="1717200" cy="138276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22" name="Google Shape;822;p24"/>
            <p:cNvSpPr/>
            <p:nvPr/>
          </p:nvSpPr>
          <p:spPr>
            <a:xfrm rot="3299400">
              <a:off x="-749880" y="-9360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23" name="Google Shape;823;p24"/>
            <p:cNvSpPr/>
            <p:nvPr/>
          </p:nvSpPr>
          <p:spPr>
            <a:xfrm rot="3299400">
              <a:off x="-631080" y="-23004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24" name="Google Shape;824;p24"/>
            <p:cNvSpPr/>
            <p:nvPr/>
          </p:nvSpPr>
          <p:spPr>
            <a:xfrm rot="3299400">
              <a:off x="-510120" y="-36828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25" name="Google Shape;825;p24"/>
            <p:cNvSpPr/>
            <p:nvPr/>
          </p:nvSpPr>
          <p:spPr>
            <a:xfrm rot="3299400">
              <a:off x="-394200" y="-5029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26" name="Google Shape;826;p24"/>
            <p:cNvSpPr/>
            <p:nvPr/>
          </p:nvSpPr>
          <p:spPr>
            <a:xfrm rot="3299400">
              <a:off x="-868680" y="4248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27" name="Google Shape;827;p24"/>
            <p:cNvSpPr/>
            <p:nvPr/>
          </p:nvSpPr>
          <p:spPr>
            <a:xfrm rot="3299400">
              <a:off x="-660960" y="-636840"/>
              <a:ext cx="1521000" cy="138276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28" name="Google Shape;828;p24"/>
            <p:cNvSpPr/>
            <p:nvPr/>
          </p:nvSpPr>
          <p:spPr>
            <a:xfrm rot="3299400">
              <a:off x="271080" y="-598320"/>
              <a:ext cx="432000" cy="1249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62625" lIns="91425" spcFirstLastPara="1" rIns="91425" wrap="square" tIns="62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29" name="Google Shape;829;p24"/>
            <p:cNvSpPr/>
            <p:nvPr/>
          </p:nvSpPr>
          <p:spPr>
            <a:xfrm rot="3299400">
              <a:off x="174960" y="-659160"/>
              <a:ext cx="567000" cy="31068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30" name="Google Shape;830;p24"/>
            <p:cNvSpPr/>
            <p:nvPr/>
          </p:nvSpPr>
          <p:spPr>
            <a:xfrm rot="3299400">
              <a:off x="201600" y="-625680"/>
              <a:ext cx="50400" cy="2520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31" name="Google Shape;831;p24"/>
            <p:cNvSpPr/>
            <p:nvPr/>
          </p:nvSpPr>
          <p:spPr>
            <a:xfrm rot="3299400">
              <a:off x="576720" y="-306360"/>
              <a:ext cx="50400" cy="2520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32" name="Google Shape;832;p24"/>
            <p:cNvSpPr/>
            <p:nvPr/>
          </p:nvSpPr>
          <p:spPr>
            <a:xfrm rot="3299400">
              <a:off x="246240" y="-239400"/>
              <a:ext cx="365040" cy="1081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33" name="Google Shape;833;p24"/>
            <p:cNvSpPr/>
            <p:nvPr/>
          </p:nvSpPr>
          <p:spPr>
            <a:xfrm rot="3299400">
              <a:off x="409320" y="289440"/>
              <a:ext cx="32400" cy="3024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34" name="Google Shape;834;p24"/>
            <p:cNvSpPr/>
            <p:nvPr/>
          </p:nvSpPr>
          <p:spPr>
            <a:xfrm rot="3299400">
              <a:off x="321840" y="176400"/>
              <a:ext cx="213840" cy="2498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35" name="Google Shape;835;p24"/>
            <p:cNvSpPr/>
            <p:nvPr/>
          </p:nvSpPr>
          <p:spPr>
            <a:xfrm rot="3299400">
              <a:off x="302760" y="367560"/>
              <a:ext cx="104400" cy="3636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36" name="Google Shape;836;p24"/>
            <p:cNvSpPr/>
            <p:nvPr/>
          </p:nvSpPr>
          <p:spPr>
            <a:xfrm rot="3299400">
              <a:off x="-524880" y="-894240"/>
              <a:ext cx="365040" cy="1081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37" name="Google Shape;837;p24"/>
            <p:cNvSpPr/>
            <p:nvPr/>
          </p:nvSpPr>
          <p:spPr>
            <a:xfrm rot="3299400">
              <a:off x="-361800" y="-365040"/>
              <a:ext cx="32400" cy="3024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38" name="Google Shape;838;p24"/>
            <p:cNvSpPr/>
            <p:nvPr/>
          </p:nvSpPr>
          <p:spPr>
            <a:xfrm rot="3299400">
              <a:off x="-449280" y="-478080"/>
              <a:ext cx="213840" cy="24984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39" name="Google Shape;839;p24"/>
            <p:cNvSpPr/>
            <p:nvPr/>
          </p:nvSpPr>
          <p:spPr>
            <a:xfrm rot="3299400">
              <a:off x="-468000" y="-286920"/>
              <a:ext cx="104400" cy="3636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40" name="Google Shape;840;p24"/>
            <p:cNvSpPr/>
            <p:nvPr/>
          </p:nvSpPr>
          <p:spPr>
            <a:xfrm rot="3299400">
              <a:off x="172800" y="-619200"/>
              <a:ext cx="90360" cy="381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41" name="Google Shape;841;p24"/>
            <p:cNvSpPr/>
            <p:nvPr/>
          </p:nvSpPr>
          <p:spPr>
            <a:xfrm rot="3299400">
              <a:off x="174240" y="-619920"/>
              <a:ext cx="90720" cy="3168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42" name="Google Shape;842;p24"/>
            <p:cNvSpPr/>
            <p:nvPr/>
          </p:nvSpPr>
          <p:spPr>
            <a:xfrm rot="3299400">
              <a:off x="548280" y="-300600"/>
              <a:ext cx="90360" cy="3816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43" name="Google Shape;843;p24"/>
            <p:cNvSpPr/>
            <p:nvPr/>
          </p:nvSpPr>
          <p:spPr>
            <a:xfrm rot="3299400">
              <a:off x="549720" y="-301320"/>
              <a:ext cx="90720" cy="3168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844" name="Google Shape;844;p24"/>
          <p:cNvSpPr txBox="1"/>
          <p:nvPr>
            <p:ph type="title"/>
          </p:nvPr>
        </p:nvSpPr>
        <p:spPr>
          <a:xfrm>
            <a:off x="720000" y="2300040"/>
            <a:ext cx="4631760" cy="97128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45" name="Google Shape;845;p24"/>
          <p:cNvSpPr txBox="1"/>
          <p:nvPr>
            <p:ph idx="2" type="title"/>
          </p:nvPr>
        </p:nvSpPr>
        <p:spPr>
          <a:xfrm>
            <a:off x="720000" y="1353600"/>
            <a:ext cx="1387800" cy="103284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846" name="Google Shape;846;p24"/>
          <p:cNvGrpSpPr/>
          <p:nvPr/>
        </p:nvGrpSpPr>
        <p:grpSpPr>
          <a:xfrm>
            <a:off x="-323280" y="4409640"/>
            <a:ext cx="1230840" cy="1138680"/>
            <a:chOff x="-323280" y="4409640"/>
            <a:chExt cx="1230840" cy="1138680"/>
          </a:xfrm>
        </p:grpSpPr>
        <p:sp>
          <p:nvSpPr>
            <p:cNvPr id="847" name="Google Shape;847;p24"/>
            <p:cNvSpPr/>
            <p:nvPr/>
          </p:nvSpPr>
          <p:spPr>
            <a:xfrm>
              <a:off x="-323280" y="4409640"/>
              <a:ext cx="1230840" cy="113868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48" name="Google Shape;848;p24"/>
            <p:cNvSpPr/>
            <p:nvPr/>
          </p:nvSpPr>
          <p:spPr>
            <a:xfrm>
              <a:off x="-150840" y="4736880"/>
              <a:ext cx="933480" cy="72072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49" name="Google Shape;849;p24"/>
            <p:cNvSpPr/>
            <p:nvPr/>
          </p:nvSpPr>
          <p:spPr>
            <a:xfrm>
              <a:off x="-165600" y="4551480"/>
              <a:ext cx="842760" cy="70236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50" name="Google Shape;850;p24"/>
            <p:cNvSpPr/>
            <p:nvPr/>
          </p:nvSpPr>
          <p:spPr>
            <a:xfrm>
              <a:off x="240480" y="4777560"/>
              <a:ext cx="176760" cy="26748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51" name="Google Shape;851;p24"/>
            <p:cNvSpPr/>
            <p:nvPr/>
          </p:nvSpPr>
          <p:spPr>
            <a:xfrm>
              <a:off x="241560" y="4997520"/>
              <a:ext cx="90000" cy="30240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52" name="Google Shape;852;p24"/>
            <p:cNvSpPr/>
            <p:nvPr/>
          </p:nvSpPr>
          <p:spPr>
            <a:xfrm>
              <a:off x="257760" y="5012640"/>
              <a:ext cx="19440" cy="1692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53" name="Google Shape;853;p24"/>
            <p:cNvSpPr/>
            <p:nvPr/>
          </p:nvSpPr>
          <p:spPr>
            <a:xfrm>
              <a:off x="-126000" y="4592160"/>
              <a:ext cx="864720" cy="82512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54" name="Google Shape;854;p24"/>
            <p:cNvSpPr/>
            <p:nvPr/>
          </p:nvSpPr>
          <p:spPr>
            <a:xfrm>
              <a:off x="-150840" y="4736880"/>
              <a:ext cx="933480" cy="72072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5">
  <p:cSld name="SECTION_HEADER_5">
    <p:bg>
      <p:bgPr>
        <a:solidFill>
          <a:schemeClr val="accent4"/>
        </a:solidFill>
      </p:bgPr>
    </p:bg>
    <p:spTree>
      <p:nvGrpSpPr>
        <p:cNvPr id="855" name="Shape 855"/>
        <p:cNvGrpSpPr/>
        <p:nvPr/>
      </p:nvGrpSpPr>
      <p:grpSpPr>
        <a:xfrm>
          <a:off x="0" y="0"/>
          <a:ext cx="0" cy="0"/>
          <a:chOff x="0" y="0"/>
          <a:chExt cx="0" cy="0"/>
        </a:xfrm>
      </p:grpSpPr>
      <p:sp>
        <p:nvSpPr>
          <p:cNvPr id="856" name="Google Shape;856;p25"/>
          <p:cNvSpPr/>
          <p:nvPr/>
        </p:nvSpPr>
        <p:spPr>
          <a:xfrm flipH="1">
            <a:off x="3745080" y="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57" name="Google Shape;857;p25"/>
          <p:cNvSpPr/>
          <p:nvPr/>
        </p:nvSpPr>
        <p:spPr>
          <a:xfrm flipH="1" rot="5400000">
            <a:off x="27000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58" name="Google Shape;858;p25"/>
          <p:cNvSpPr/>
          <p:nvPr/>
        </p:nvSpPr>
        <p:spPr>
          <a:xfrm>
            <a:off x="652716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859" name="Google Shape;859;p25"/>
          <p:cNvGrpSpPr/>
          <p:nvPr/>
        </p:nvGrpSpPr>
        <p:grpSpPr>
          <a:xfrm>
            <a:off x="-573480" y="-574560"/>
            <a:ext cx="1362240" cy="1457640"/>
            <a:chOff x="-573480" y="-574560"/>
            <a:chExt cx="1362240" cy="1457640"/>
          </a:xfrm>
        </p:grpSpPr>
        <p:sp>
          <p:nvSpPr>
            <p:cNvPr id="860" name="Google Shape;860;p25"/>
            <p:cNvSpPr/>
            <p:nvPr/>
          </p:nvSpPr>
          <p:spPr>
            <a:xfrm>
              <a:off x="-413640" y="-574560"/>
              <a:ext cx="1202400" cy="121176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61" name="Google Shape;861;p25"/>
            <p:cNvSpPr/>
            <p:nvPr/>
          </p:nvSpPr>
          <p:spPr>
            <a:xfrm>
              <a:off x="-413640" y="-574560"/>
              <a:ext cx="1202400" cy="84636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62" name="Google Shape;862;p25"/>
            <p:cNvSpPr/>
            <p:nvPr/>
          </p:nvSpPr>
          <p:spPr>
            <a:xfrm>
              <a:off x="16560" y="-432000"/>
              <a:ext cx="128880" cy="11628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63" name="Google Shape;863;p25"/>
            <p:cNvSpPr/>
            <p:nvPr/>
          </p:nvSpPr>
          <p:spPr>
            <a:xfrm>
              <a:off x="33120" y="-168480"/>
              <a:ext cx="494640" cy="53316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64" name="Google Shape;864;p25"/>
            <p:cNvSpPr/>
            <p:nvPr/>
          </p:nvSpPr>
          <p:spPr>
            <a:xfrm>
              <a:off x="200520" y="-123120"/>
              <a:ext cx="395640" cy="42516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65" name="Google Shape;865;p25"/>
            <p:cNvSpPr/>
            <p:nvPr/>
          </p:nvSpPr>
          <p:spPr>
            <a:xfrm>
              <a:off x="532440" y="102600"/>
              <a:ext cx="131400" cy="13716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66" name="Google Shape;866;p25"/>
            <p:cNvSpPr/>
            <p:nvPr/>
          </p:nvSpPr>
          <p:spPr>
            <a:xfrm>
              <a:off x="406800" y="-33840"/>
              <a:ext cx="131400" cy="13716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67" name="Google Shape;867;p25"/>
            <p:cNvSpPr/>
            <p:nvPr/>
          </p:nvSpPr>
          <p:spPr>
            <a:xfrm>
              <a:off x="-573480" y="-5040"/>
              <a:ext cx="1213200" cy="8881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68" name="Google Shape;868;p25"/>
            <p:cNvSpPr/>
            <p:nvPr/>
          </p:nvSpPr>
          <p:spPr>
            <a:xfrm>
              <a:off x="-573480" y="-5040"/>
              <a:ext cx="1213200" cy="66744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69" name="Google Shape;869;p25"/>
            <p:cNvSpPr/>
            <p:nvPr/>
          </p:nvSpPr>
          <p:spPr>
            <a:xfrm>
              <a:off x="-537120" y="351360"/>
              <a:ext cx="1096560" cy="36072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70" name="Google Shape;870;p25"/>
            <p:cNvSpPr/>
            <p:nvPr/>
          </p:nvSpPr>
          <p:spPr>
            <a:xfrm>
              <a:off x="-142560" y="329760"/>
              <a:ext cx="672480" cy="20304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71" name="Google Shape;871;p25"/>
            <p:cNvSpPr/>
            <p:nvPr/>
          </p:nvSpPr>
          <p:spPr>
            <a:xfrm>
              <a:off x="21240" y="273240"/>
              <a:ext cx="529920" cy="16920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84600" lIns="91425" spcFirstLastPara="1" rIns="91425" wrap="square" tIns="84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72" name="Google Shape;872;p25"/>
            <p:cNvSpPr/>
            <p:nvPr/>
          </p:nvSpPr>
          <p:spPr>
            <a:xfrm>
              <a:off x="-368640" y="77400"/>
              <a:ext cx="127800" cy="11628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873" name="Google Shape;873;p25"/>
          <p:cNvGrpSpPr/>
          <p:nvPr/>
        </p:nvGrpSpPr>
        <p:grpSpPr>
          <a:xfrm>
            <a:off x="-1108471" y="3883821"/>
            <a:ext cx="2097330" cy="2174179"/>
            <a:chOff x="-1108471" y="3883821"/>
            <a:chExt cx="2097330" cy="2174179"/>
          </a:xfrm>
        </p:grpSpPr>
        <p:sp>
          <p:nvSpPr>
            <p:cNvPr id="874" name="Google Shape;874;p25"/>
            <p:cNvSpPr/>
            <p:nvPr/>
          </p:nvSpPr>
          <p:spPr>
            <a:xfrm flipH="1" rot="6753000">
              <a:off x="-1113120" y="43016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75" name="Google Shape;875;p25"/>
            <p:cNvSpPr/>
            <p:nvPr/>
          </p:nvSpPr>
          <p:spPr>
            <a:xfrm flipH="1" rot="6753000">
              <a:off x="-1113120" y="43016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76" name="Google Shape;876;p25"/>
            <p:cNvSpPr/>
            <p:nvPr/>
          </p:nvSpPr>
          <p:spPr>
            <a:xfrm flipH="1" rot="6753000">
              <a:off x="-813600" y="4722480"/>
              <a:ext cx="1450800" cy="66060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77" name="Google Shape;877;p25"/>
            <p:cNvSpPr/>
            <p:nvPr/>
          </p:nvSpPr>
          <p:spPr>
            <a:xfrm flipH="1" rot="6753000">
              <a:off x="-500760" y="4610880"/>
              <a:ext cx="971280" cy="4334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78" name="Google Shape;878;p25"/>
            <p:cNvSpPr/>
            <p:nvPr/>
          </p:nvSpPr>
          <p:spPr>
            <a:xfrm flipH="1" rot="6753000">
              <a:off x="-550440" y="4597200"/>
              <a:ext cx="897840" cy="403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79" name="Google Shape;879;p25"/>
            <p:cNvSpPr/>
            <p:nvPr/>
          </p:nvSpPr>
          <p:spPr>
            <a:xfrm flipH="1" rot="6753000">
              <a:off x="-600120" y="4578120"/>
              <a:ext cx="830520" cy="37584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0" name="Google Shape;880;p25"/>
            <p:cNvSpPr/>
            <p:nvPr/>
          </p:nvSpPr>
          <p:spPr>
            <a:xfrm flipH="1" rot="6753000">
              <a:off x="-703800" y="4633920"/>
              <a:ext cx="493920" cy="23652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1" name="Google Shape;881;p25"/>
            <p:cNvSpPr/>
            <p:nvPr/>
          </p:nvSpPr>
          <p:spPr>
            <a:xfrm flipH="1" rot="6753000">
              <a:off x="-273960" y="4414320"/>
              <a:ext cx="195840" cy="11340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56875" lIns="91425" spcFirstLastPara="1" rIns="91425" wrap="square" tIns="56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2" name="Google Shape;882;p25"/>
            <p:cNvSpPr/>
            <p:nvPr/>
          </p:nvSpPr>
          <p:spPr>
            <a:xfrm flipH="1" rot="6753000">
              <a:off x="-659520" y="4677840"/>
              <a:ext cx="493920" cy="23652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3" name="Google Shape;883;p25"/>
            <p:cNvSpPr/>
            <p:nvPr/>
          </p:nvSpPr>
          <p:spPr>
            <a:xfrm flipH="1" rot="6753000">
              <a:off x="-801000" y="5222880"/>
              <a:ext cx="320040" cy="16488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4" name="Google Shape;884;p25"/>
            <p:cNvSpPr/>
            <p:nvPr/>
          </p:nvSpPr>
          <p:spPr>
            <a:xfrm flipH="1" rot="6753000">
              <a:off x="-756720" y="5267520"/>
              <a:ext cx="320040" cy="16452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5" name="Google Shape;885;p25"/>
            <p:cNvSpPr/>
            <p:nvPr/>
          </p:nvSpPr>
          <p:spPr>
            <a:xfrm flipH="1" rot="6753000">
              <a:off x="-39600" y="4236120"/>
              <a:ext cx="178920" cy="18252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6" name="Google Shape;886;p25"/>
            <p:cNvSpPr/>
            <p:nvPr/>
          </p:nvSpPr>
          <p:spPr>
            <a:xfrm flipH="1" rot="6753000">
              <a:off x="74520" y="4277160"/>
              <a:ext cx="11160" cy="104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7" name="Google Shape;887;p25"/>
            <p:cNvSpPr/>
            <p:nvPr/>
          </p:nvSpPr>
          <p:spPr>
            <a:xfrm flipH="1" rot="6753000">
              <a:off x="57240" y="4254840"/>
              <a:ext cx="11160" cy="104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8" name="Google Shape;888;p25"/>
            <p:cNvSpPr/>
            <p:nvPr/>
          </p:nvSpPr>
          <p:spPr>
            <a:xfrm flipH="1" rot="6753000">
              <a:off x="77040" y="4356000"/>
              <a:ext cx="8280" cy="900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9" name="Google Shape;889;p25"/>
            <p:cNvSpPr/>
            <p:nvPr/>
          </p:nvSpPr>
          <p:spPr>
            <a:xfrm flipH="1" rot="6753000">
              <a:off x="64800" y="4381200"/>
              <a:ext cx="8280" cy="900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90" name="Google Shape;890;p25"/>
            <p:cNvSpPr/>
            <p:nvPr/>
          </p:nvSpPr>
          <p:spPr>
            <a:xfrm flipH="1" rot="6753000">
              <a:off x="-905400" y="5040360"/>
              <a:ext cx="284400" cy="28440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91" name="Google Shape;891;p25"/>
            <p:cNvSpPr/>
            <p:nvPr/>
          </p:nvSpPr>
          <p:spPr>
            <a:xfrm flipH="1" rot="6753000">
              <a:off x="-668520" y="4290480"/>
              <a:ext cx="1381320" cy="151992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92" name="Google Shape;892;p25"/>
            <p:cNvSpPr/>
            <p:nvPr/>
          </p:nvSpPr>
          <p:spPr>
            <a:xfrm flipH="1" rot="6753000">
              <a:off x="-420480" y="47044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93" name="Google Shape;893;p25"/>
            <p:cNvSpPr/>
            <p:nvPr/>
          </p:nvSpPr>
          <p:spPr>
            <a:xfrm flipH="1" rot="6753000">
              <a:off x="-64080" y="4765320"/>
              <a:ext cx="689400" cy="82476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94" name="Google Shape;894;p25"/>
            <p:cNvSpPr/>
            <p:nvPr/>
          </p:nvSpPr>
          <p:spPr>
            <a:xfrm flipH="1" rot="6753000">
              <a:off x="-100800" y="4729320"/>
              <a:ext cx="638640" cy="76356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95" name="Google Shape;895;p25"/>
            <p:cNvSpPr/>
            <p:nvPr/>
          </p:nvSpPr>
          <p:spPr>
            <a:xfrm flipH="1" rot="6753000">
              <a:off x="-136080" y="4689720"/>
              <a:ext cx="592560" cy="70740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96" name="Google Shape;896;p25"/>
            <p:cNvSpPr/>
            <p:nvPr/>
          </p:nvSpPr>
          <p:spPr>
            <a:xfrm flipH="1" rot="6753000">
              <a:off x="-253440" y="4689000"/>
              <a:ext cx="361080" cy="42624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97" name="Google Shape;897;p25"/>
            <p:cNvSpPr/>
            <p:nvPr/>
          </p:nvSpPr>
          <p:spPr>
            <a:xfrm flipH="1" rot="6753000">
              <a:off x="228960" y="4698000"/>
              <a:ext cx="156600" cy="17712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88550" lIns="91425" spcFirstLastPara="1" rIns="91425" wrap="square" tIns="88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98" name="Google Shape;898;p25"/>
            <p:cNvSpPr/>
            <p:nvPr/>
          </p:nvSpPr>
          <p:spPr>
            <a:xfrm flipH="1" rot="6753000">
              <a:off x="-235440" y="4748400"/>
              <a:ext cx="361080" cy="42624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99" name="Google Shape;899;p25"/>
            <p:cNvSpPr/>
            <p:nvPr/>
          </p:nvSpPr>
          <p:spPr>
            <a:xfrm flipH="1" rot="6753000">
              <a:off x="-616680" y="5162400"/>
              <a:ext cx="241560" cy="28080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00" name="Google Shape;900;p25"/>
            <p:cNvSpPr/>
            <p:nvPr/>
          </p:nvSpPr>
          <p:spPr>
            <a:xfrm flipH="1" rot="6753000">
              <a:off x="-598680" y="5221800"/>
              <a:ext cx="241560" cy="28080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01" name="Google Shape;901;p25"/>
            <p:cNvSpPr/>
            <p:nvPr/>
          </p:nvSpPr>
          <p:spPr>
            <a:xfrm flipH="1" rot="6753000">
              <a:off x="487800" y="4670640"/>
              <a:ext cx="198360" cy="18936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02" name="Google Shape;902;p25"/>
            <p:cNvSpPr/>
            <p:nvPr/>
          </p:nvSpPr>
          <p:spPr>
            <a:xfrm flipH="1" rot="6753000">
              <a:off x="616680" y="4735800"/>
              <a:ext cx="10800" cy="104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03" name="Google Shape;903;p25"/>
            <p:cNvSpPr/>
            <p:nvPr/>
          </p:nvSpPr>
          <p:spPr>
            <a:xfrm flipH="1" rot="6753000">
              <a:off x="612000" y="4708800"/>
              <a:ext cx="11160" cy="104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04" name="Google Shape;904;p25"/>
            <p:cNvSpPr/>
            <p:nvPr/>
          </p:nvSpPr>
          <p:spPr>
            <a:xfrm flipH="1" rot="6753000">
              <a:off x="581400" y="4806360"/>
              <a:ext cx="10800" cy="104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05" name="Google Shape;905;p25"/>
            <p:cNvSpPr/>
            <p:nvPr/>
          </p:nvSpPr>
          <p:spPr>
            <a:xfrm flipH="1" rot="6753000">
              <a:off x="558000" y="4822560"/>
              <a:ext cx="10800" cy="104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06" name="Google Shape;906;p25"/>
            <p:cNvSpPr/>
            <p:nvPr/>
          </p:nvSpPr>
          <p:spPr>
            <a:xfrm flipH="1" rot="6753000">
              <a:off x="-699480" y="4984200"/>
              <a:ext cx="306720" cy="30672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07" name="Google Shape;907;p25"/>
            <p:cNvSpPr/>
            <p:nvPr/>
          </p:nvSpPr>
          <p:spPr>
            <a:xfrm flipH="1" rot="6753000">
              <a:off x="-420480" y="47044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908" name="Google Shape;908;p25"/>
          <p:cNvGrpSpPr/>
          <p:nvPr/>
        </p:nvGrpSpPr>
        <p:grpSpPr>
          <a:xfrm>
            <a:off x="8056700" y="3864080"/>
            <a:ext cx="2194040" cy="2097320"/>
            <a:chOff x="8056700" y="3864080"/>
            <a:chExt cx="2194040" cy="2097320"/>
          </a:xfrm>
        </p:grpSpPr>
        <p:sp>
          <p:nvSpPr>
            <p:cNvPr id="909" name="Google Shape;909;p25"/>
            <p:cNvSpPr/>
            <p:nvPr/>
          </p:nvSpPr>
          <p:spPr>
            <a:xfrm rot="1992000">
              <a:off x="8295120" y="4221360"/>
              <a:ext cx="1717200" cy="138276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10" name="Google Shape;910;p25"/>
            <p:cNvSpPr/>
            <p:nvPr/>
          </p:nvSpPr>
          <p:spPr>
            <a:xfrm rot="1992000">
              <a:off x="8419320" y="487908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11" name="Google Shape;911;p25"/>
            <p:cNvSpPr/>
            <p:nvPr/>
          </p:nvSpPr>
          <p:spPr>
            <a:xfrm rot="1992000">
              <a:off x="8478720" y="470844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12" name="Google Shape;912;p25"/>
            <p:cNvSpPr/>
            <p:nvPr/>
          </p:nvSpPr>
          <p:spPr>
            <a:xfrm rot="1992000">
              <a:off x="8539920" y="45349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13" name="Google Shape;913;p25"/>
            <p:cNvSpPr/>
            <p:nvPr/>
          </p:nvSpPr>
          <p:spPr>
            <a:xfrm rot="1992000">
              <a:off x="8597520" y="436680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14" name="Google Shape;914;p25"/>
            <p:cNvSpPr/>
            <p:nvPr/>
          </p:nvSpPr>
          <p:spPr>
            <a:xfrm rot="1992000">
              <a:off x="8359560" y="50497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15" name="Google Shape;915;p25"/>
            <p:cNvSpPr/>
            <p:nvPr/>
          </p:nvSpPr>
          <p:spPr>
            <a:xfrm rot="1992000">
              <a:off x="8475120" y="4275000"/>
              <a:ext cx="1521000" cy="138276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16" name="Google Shape;916;p25"/>
            <p:cNvSpPr/>
            <p:nvPr/>
          </p:nvSpPr>
          <p:spPr>
            <a:xfrm rot="1992000">
              <a:off x="9160200" y="4212000"/>
              <a:ext cx="432000" cy="1249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62625" lIns="91425" spcFirstLastPara="1" rIns="91425" wrap="square" tIns="62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17" name="Google Shape;917;p25"/>
            <p:cNvSpPr/>
            <p:nvPr/>
          </p:nvSpPr>
          <p:spPr>
            <a:xfrm rot="1992000">
              <a:off x="9078120" y="4159080"/>
              <a:ext cx="567000" cy="31068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18" name="Google Shape;918;p25"/>
            <p:cNvSpPr/>
            <p:nvPr/>
          </p:nvSpPr>
          <p:spPr>
            <a:xfrm rot="1992000">
              <a:off x="9081000" y="4286520"/>
              <a:ext cx="50400" cy="2520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19" name="Google Shape;919;p25"/>
            <p:cNvSpPr/>
            <p:nvPr/>
          </p:nvSpPr>
          <p:spPr>
            <a:xfrm rot="1992000">
              <a:off x="9547920" y="4443840"/>
              <a:ext cx="50400" cy="2520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20" name="Google Shape;920;p25"/>
            <p:cNvSpPr/>
            <p:nvPr/>
          </p:nvSpPr>
          <p:spPr>
            <a:xfrm rot="1992000">
              <a:off x="9450360" y="4532760"/>
              <a:ext cx="364680" cy="1081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21" name="Google Shape;921;p25"/>
            <p:cNvSpPr/>
            <p:nvPr/>
          </p:nvSpPr>
          <p:spPr>
            <a:xfrm rot="1992000">
              <a:off x="9614880" y="5063040"/>
              <a:ext cx="32400" cy="3024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22" name="Google Shape;922;p25"/>
            <p:cNvSpPr/>
            <p:nvPr/>
          </p:nvSpPr>
          <p:spPr>
            <a:xfrm rot="1992000">
              <a:off x="9525960" y="4948560"/>
              <a:ext cx="213840" cy="2498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23" name="Google Shape;923;p25"/>
            <p:cNvSpPr/>
            <p:nvPr/>
          </p:nvSpPr>
          <p:spPr>
            <a:xfrm rot="1992000">
              <a:off x="9543600" y="5160960"/>
              <a:ext cx="104400" cy="3636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24" name="Google Shape;924;p25"/>
            <p:cNvSpPr/>
            <p:nvPr/>
          </p:nvSpPr>
          <p:spPr>
            <a:xfrm rot="1992000">
              <a:off x="8490960" y="4210920"/>
              <a:ext cx="365040" cy="1081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25" name="Google Shape;925;p25"/>
            <p:cNvSpPr/>
            <p:nvPr/>
          </p:nvSpPr>
          <p:spPr>
            <a:xfrm rot="1992000">
              <a:off x="8655840" y="4741200"/>
              <a:ext cx="32400" cy="3024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26" name="Google Shape;926;p25"/>
            <p:cNvSpPr/>
            <p:nvPr/>
          </p:nvSpPr>
          <p:spPr>
            <a:xfrm rot="1992000">
              <a:off x="8566920" y="4626720"/>
              <a:ext cx="213840" cy="24984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27" name="Google Shape;927;p25"/>
            <p:cNvSpPr/>
            <p:nvPr/>
          </p:nvSpPr>
          <p:spPr>
            <a:xfrm rot="1992000">
              <a:off x="8584560" y="4839480"/>
              <a:ext cx="104400" cy="3636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28" name="Google Shape;928;p25"/>
            <p:cNvSpPr/>
            <p:nvPr/>
          </p:nvSpPr>
          <p:spPr>
            <a:xfrm rot="1992000">
              <a:off x="9057600" y="4295520"/>
              <a:ext cx="90360" cy="381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29" name="Google Shape;929;p25"/>
            <p:cNvSpPr/>
            <p:nvPr/>
          </p:nvSpPr>
          <p:spPr>
            <a:xfrm rot="1992000">
              <a:off x="9057240" y="4294440"/>
              <a:ext cx="90720" cy="3168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30" name="Google Shape;930;p25"/>
            <p:cNvSpPr/>
            <p:nvPr/>
          </p:nvSpPr>
          <p:spPr>
            <a:xfrm rot="1992000">
              <a:off x="9524160" y="4452120"/>
              <a:ext cx="90360" cy="3816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31" name="Google Shape;931;p25"/>
            <p:cNvSpPr/>
            <p:nvPr/>
          </p:nvSpPr>
          <p:spPr>
            <a:xfrm rot="1992000">
              <a:off x="9524160" y="4451040"/>
              <a:ext cx="90720" cy="3168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932" name="Google Shape;932;p25"/>
          <p:cNvSpPr/>
          <p:nvPr/>
        </p:nvSpPr>
        <p:spPr>
          <a:xfrm rot="-693600">
            <a:off x="1897200" y="-600840"/>
            <a:ext cx="3024720" cy="18165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33" name="Google Shape;933;p25"/>
          <p:cNvSpPr txBox="1"/>
          <p:nvPr>
            <p:ph type="title"/>
          </p:nvPr>
        </p:nvSpPr>
        <p:spPr>
          <a:xfrm>
            <a:off x="720000" y="2300040"/>
            <a:ext cx="5362200" cy="97128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934" name="Google Shape;934;p25"/>
          <p:cNvSpPr txBox="1"/>
          <p:nvPr>
            <p:ph idx="2" type="title"/>
          </p:nvPr>
        </p:nvSpPr>
        <p:spPr>
          <a:xfrm>
            <a:off x="720000" y="1353600"/>
            <a:ext cx="1387800" cy="103284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935" name="Google Shape;935;p25"/>
          <p:cNvSpPr/>
          <p:nvPr/>
        </p:nvSpPr>
        <p:spPr>
          <a:xfrm>
            <a:off x="8731080" y="118008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36" name="Google Shape;936;p25"/>
          <p:cNvSpPr/>
          <p:nvPr/>
        </p:nvSpPr>
        <p:spPr>
          <a:xfrm>
            <a:off x="1391400" y="37692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_1">
  <p:cSld name="TITLE_AND_TWO_COLUMNS_1">
    <p:bg>
      <p:bgPr>
        <a:solidFill>
          <a:schemeClr val="accent4"/>
        </a:solidFill>
      </p:bgPr>
    </p:bg>
    <p:spTree>
      <p:nvGrpSpPr>
        <p:cNvPr id="937" name="Shape 937"/>
        <p:cNvGrpSpPr/>
        <p:nvPr/>
      </p:nvGrpSpPr>
      <p:grpSpPr>
        <a:xfrm>
          <a:off x="0" y="0"/>
          <a:ext cx="0" cy="0"/>
          <a:chOff x="0" y="0"/>
          <a:chExt cx="0" cy="0"/>
        </a:xfrm>
      </p:grpSpPr>
      <p:sp>
        <p:nvSpPr>
          <p:cNvPr id="938" name="Google Shape;938;p26"/>
          <p:cNvSpPr/>
          <p:nvPr/>
        </p:nvSpPr>
        <p:spPr>
          <a:xfrm flipH="1" rot="10800000">
            <a:off x="1504800" y="4614480"/>
            <a:ext cx="1816200" cy="57240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39" name="Google Shape;939;p26"/>
          <p:cNvSpPr/>
          <p:nvPr/>
        </p:nvSpPr>
        <p:spPr>
          <a:xfrm flipH="1">
            <a:off x="5821560" y="0"/>
            <a:ext cx="1816200" cy="57240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40" name="Google Shape;940;p26"/>
          <p:cNvSpPr/>
          <p:nvPr/>
        </p:nvSpPr>
        <p:spPr>
          <a:xfrm rot="5400000">
            <a:off x="270360" y="-27000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41" name="Google Shape;941;p26"/>
          <p:cNvSpPr/>
          <p:nvPr/>
        </p:nvSpPr>
        <p:spPr>
          <a:xfrm>
            <a:off x="652716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942" name="Google Shape;942;p26"/>
          <p:cNvGrpSpPr/>
          <p:nvPr/>
        </p:nvGrpSpPr>
        <p:grpSpPr>
          <a:xfrm>
            <a:off x="-264245" y="4431087"/>
            <a:ext cx="1328050" cy="1218518"/>
            <a:chOff x="-264245" y="4431087"/>
            <a:chExt cx="1328050" cy="1218518"/>
          </a:xfrm>
        </p:grpSpPr>
        <p:sp>
          <p:nvSpPr>
            <p:cNvPr id="943" name="Google Shape;943;p26"/>
            <p:cNvSpPr/>
            <p:nvPr/>
          </p:nvSpPr>
          <p:spPr>
            <a:xfrm flipH="1" rot="1386600">
              <a:off x="-137520" y="4608000"/>
              <a:ext cx="1074600" cy="86544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44" name="Google Shape;944;p26"/>
            <p:cNvSpPr/>
            <p:nvPr/>
          </p:nvSpPr>
          <p:spPr>
            <a:xfrm flipH="1" rot="1386600">
              <a:off x="-90720" y="500328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45" name="Google Shape;945;p26"/>
            <p:cNvSpPr/>
            <p:nvPr/>
          </p:nvSpPr>
          <p:spPr>
            <a:xfrm flipH="1" rot="1386600">
              <a:off x="-22320" y="491292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46" name="Google Shape;946;p26"/>
            <p:cNvSpPr/>
            <p:nvPr/>
          </p:nvSpPr>
          <p:spPr>
            <a:xfrm flipH="1" rot="1386600">
              <a:off x="46080" y="482076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47" name="Google Shape;947;p26"/>
            <p:cNvSpPr/>
            <p:nvPr/>
          </p:nvSpPr>
          <p:spPr>
            <a:xfrm flipH="1" rot="1386600">
              <a:off x="113760" y="473256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48" name="Google Shape;948;p26"/>
            <p:cNvSpPr/>
            <p:nvPr/>
          </p:nvSpPr>
          <p:spPr>
            <a:xfrm flipH="1" rot="1386600">
              <a:off x="-159120" y="509328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49" name="Google Shape;949;p26"/>
            <p:cNvSpPr/>
            <p:nvPr/>
          </p:nvSpPr>
          <p:spPr>
            <a:xfrm flipH="1" rot="1386600">
              <a:off x="-132480" y="4583160"/>
              <a:ext cx="951840" cy="86544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50" name="Google Shape;950;p26"/>
            <p:cNvSpPr/>
            <p:nvPr/>
          </p:nvSpPr>
          <p:spPr>
            <a:xfrm flipH="1" rot="1386600">
              <a:off x="519480" y="4663800"/>
              <a:ext cx="270360" cy="781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39225" lIns="91425" spcFirstLastPara="1" rIns="91425" wrap="square" tIns="39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51" name="Google Shape;951;p26"/>
            <p:cNvSpPr/>
            <p:nvPr/>
          </p:nvSpPr>
          <p:spPr>
            <a:xfrm flipH="1" rot="1386600">
              <a:off x="461520" y="4627800"/>
              <a:ext cx="354600" cy="19440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52" name="Google Shape;952;p26"/>
            <p:cNvSpPr/>
            <p:nvPr/>
          </p:nvSpPr>
          <p:spPr>
            <a:xfrm flipH="1" rot="1386600">
              <a:off x="720000" y="4844880"/>
              <a:ext cx="31320" cy="1548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7900" lIns="91425" spcFirstLastPara="1" rIns="91425" wrap="square" tIns="7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53" name="Google Shape;953;p26"/>
            <p:cNvSpPr/>
            <p:nvPr/>
          </p:nvSpPr>
          <p:spPr>
            <a:xfrm flipH="1" rot="1386600">
              <a:off x="476280" y="4656240"/>
              <a:ext cx="31320" cy="1548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7900" lIns="91425" spcFirstLastPara="1" rIns="91425" wrap="square" tIns="7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54" name="Google Shape;954;p26"/>
            <p:cNvSpPr/>
            <p:nvPr/>
          </p:nvSpPr>
          <p:spPr>
            <a:xfrm flipH="1" rot="1386600">
              <a:off x="35280" y="4508280"/>
              <a:ext cx="228240" cy="676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55" name="Google Shape;955;p26"/>
            <p:cNvSpPr/>
            <p:nvPr/>
          </p:nvSpPr>
          <p:spPr>
            <a:xfrm flipH="1" rot="1386600">
              <a:off x="137520" y="4839840"/>
              <a:ext cx="20160" cy="1872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9350" lIns="91425" spcFirstLastPara="1" rIns="91425" wrap="square" tIns="9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56" name="Google Shape;956;p26"/>
            <p:cNvSpPr/>
            <p:nvPr/>
          </p:nvSpPr>
          <p:spPr>
            <a:xfrm flipH="1" rot="1386600">
              <a:off x="82080" y="4768200"/>
              <a:ext cx="133920" cy="1562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78100" lIns="91425" spcFirstLastPara="1" rIns="91425" wrap="square" tIns="78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57" name="Google Shape;957;p26"/>
            <p:cNvSpPr/>
            <p:nvPr/>
          </p:nvSpPr>
          <p:spPr>
            <a:xfrm flipH="1" rot="1386600">
              <a:off x="74520" y="4890960"/>
              <a:ext cx="65160" cy="2268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58" name="Google Shape;958;p26"/>
            <p:cNvSpPr/>
            <p:nvPr/>
          </p:nvSpPr>
          <p:spPr>
            <a:xfrm flipH="1" rot="1386600">
              <a:off x="535680" y="4896000"/>
              <a:ext cx="228240" cy="676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59" name="Google Shape;959;p26"/>
            <p:cNvSpPr/>
            <p:nvPr/>
          </p:nvSpPr>
          <p:spPr>
            <a:xfrm flipH="1" rot="1386600">
              <a:off x="638280" y="5227560"/>
              <a:ext cx="20160" cy="1872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9350" lIns="91425" spcFirstLastPara="1" rIns="91425" wrap="square" tIns="9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60" name="Google Shape;960;p26"/>
            <p:cNvSpPr/>
            <p:nvPr/>
          </p:nvSpPr>
          <p:spPr>
            <a:xfrm flipH="1" rot="1386600">
              <a:off x="583200" y="5156280"/>
              <a:ext cx="133560" cy="15660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78475" lIns="91425" spcFirstLastPara="1" rIns="91425" wrap="square" tIns="784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61" name="Google Shape;961;p26"/>
            <p:cNvSpPr/>
            <p:nvPr/>
          </p:nvSpPr>
          <p:spPr>
            <a:xfrm flipH="1" rot="1386600">
              <a:off x="574920" y="5278680"/>
              <a:ext cx="65160" cy="2268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62" name="Google Shape;962;p26"/>
            <p:cNvSpPr/>
            <p:nvPr/>
          </p:nvSpPr>
          <p:spPr>
            <a:xfrm flipH="1" rot="1386600">
              <a:off x="700560" y="4847040"/>
              <a:ext cx="56520" cy="237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1875" lIns="91425" spcFirstLastPara="1" rIns="91425" wrap="square" tIns="118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63" name="Google Shape;963;p26"/>
            <p:cNvSpPr/>
            <p:nvPr/>
          </p:nvSpPr>
          <p:spPr>
            <a:xfrm flipH="1" rot="1386600">
              <a:off x="702720" y="4848120"/>
              <a:ext cx="56520" cy="2016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0075" lIns="91425" spcFirstLastPara="1" rIns="91425" wrap="square" tIns="100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64" name="Google Shape;964;p26"/>
            <p:cNvSpPr/>
            <p:nvPr/>
          </p:nvSpPr>
          <p:spPr>
            <a:xfrm flipH="1" rot="1386600">
              <a:off x="457920" y="4658760"/>
              <a:ext cx="55800" cy="2340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1875" lIns="91425" spcFirstLastPara="1" rIns="91425" wrap="square" tIns="118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65" name="Google Shape;965;p26"/>
            <p:cNvSpPr/>
            <p:nvPr/>
          </p:nvSpPr>
          <p:spPr>
            <a:xfrm flipH="1" rot="1386600">
              <a:off x="459000" y="4659120"/>
              <a:ext cx="56520" cy="2016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0075" lIns="91425" spcFirstLastPara="1" rIns="91425" wrap="square" tIns="100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966" name="Google Shape;966;p26"/>
          <p:cNvGrpSpPr/>
          <p:nvPr/>
        </p:nvGrpSpPr>
        <p:grpSpPr>
          <a:xfrm>
            <a:off x="8301960" y="4440600"/>
            <a:ext cx="993240" cy="919080"/>
            <a:chOff x="8301960" y="4440600"/>
            <a:chExt cx="993240" cy="919080"/>
          </a:xfrm>
        </p:grpSpPr>
        <p:sp>
          <p:nvSpPr>
            <p:cNvPr id="967" name="Google Shape;967;p26"/>
            <p:cNvSpPr/>
            <p:nvPr/>
          </p:nvSpPr>
          <p:spPr>
            <a:xfrm>
              <a:off x="8301960" y="4440600"/>
              <a:ext cx="993240" cy="91908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68" name="Google Shape;968;p26"/>
            <p:cNvSpPr/>
            <p:nvPr/>
          </p:nvSpPr>
          <p:spPr>
            <a:xfrm>
              <a:off x="8440920" y="4704840"/>
              <a:ext cx="753480" cy="58140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69" name="Google Shape;969;p26"/>
            <p:cNvSpPr/>
            <p:nvPr/>
          </p:nvSpPr>
          <p:spPr>
            <a:xfrm>
              <a:off x="8429040" y="4555440"/>
              <a:ext cx="680040" cy="5670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70" name="Google Shape;970;p26"/>
            <p:cNvSpPr/>
            <p:nvPr/>
          </p:nvSpPr>
          <p:spPr>
            <a:xfrm>
              <a:off x="8757000" y="4737600"/>
              <a:ext cx="142560" cy="21564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71" name="Google Shape;971;p26"/>
            <p:cNvSpPr/>
            <p:nvPr/>
          </p:nvSpPr>
          <p:spPr>
            <a:xfrm>
              <a:off x="8757720" y="4915440"/>
              <a:ext cx="72360" cy="2440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72" name="Google Shape;972;p26"/>
            <p:cNvSpPr/>
            <p:nvPr/>
          </p:nvSpPr>
          <p:spPr>
            <a:xfrm>
              <a:off x="8771040" y="4927680"/>
              <a:ext cx="15480" cy="136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6825" lIns="91425" spcFirstLastPara="1" rIns="91425" wrap="square" tIns="6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73" name="Google Shape;973;p26"/>
            <p:cNvSpPr/>
            <p:nvPr/>
          </p:nvSpPr>
          <p:spPr>
            <a:xfrm>
              <a:off x="8440920" y="4704840"/>
              <a:ext cx="753480" cy="58140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74" name="Google Shape;974;p26"/>
            <p:cNvSpPr/>
            <p:nvPr/>
          </p:nvSpPr>
          <p:spPr>
            <a:xfrm>
              <a:off x="8461080" y="4587840"/>
              <a:ext cx="698040" cy="66600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975" name="Google Shape;975;p26"/>
          <p:cNvGrpSpPr/>
          <p:nvPr/>
        </p:nvGrpSpPr>
        <p:grpSpPr>
          <a:xfrm>
            <a:off x="-453962" y="-501779"/>
            <a:ext cx="1294204" cy="1422140"/>
            <a:chOff x="-453962" y="-501779"/>
            <a:chExt cx="1294204" cy="1422140"/>
          </a:xfrm>
        </p:grpSpPr>
        <p:sp>
          <p:nvSpPr>
            <p:cNvPr id="976" name="Google Shape;976;p26"/>
            <p:cNvSpPr/>
            <p:nvPr/>
          </p:nvSpPr>
          <p:spPr>
            <a:xfrm rot="716400">
              <a:off x="-338400" y="-404640"/>
              <a:ext cx="1063080" cy="122832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77" name="Google Shape;977;p26"/>
            <p:cNvSpPr/>
            <p:nvPr/>
          </p:nvSpPr>
          <p:spPr>
            <a:xfrm rot="716400">
              <a:off x="-322200" y="-434880"/>
              <a:ext cx="759600" cy="110376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78" name="Google Shape;978;p26"/>
            <p:cNvSpPr/>
            <p:nvPr/>
          </p:nvSpPr>
          <p:spPr>
            <a:xfrm rot="716400">
              <a:off x="-307080" y="-460800"/>
              <a:ext cx="498960" cy="98316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79" name="Google Shape;979;p26"/>
            <p:cNvSpPr/>
            <p:nvPr/>
          </p:nvSpPr>
          <p:spPr>
            <a:xfrm rot="716400">
              <a:off x="-97200" y="236160"/>
              <a:ext cx="445680" cy="22716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80" name="Google Shape;980;p26"/>
            <p:cNvSpPr/>
            <p:nvPr/>
          </p:nvSpPr>
          <p:spPr>
            <a:xfrm rot="716400">
              <a:off x="-138960" y="291960"/>
              <a:ext cx="445680" cy="22716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81" name="Google Shape;981;p26"/>
            <p:cNvSpPr/>
            <p:nvPr/>
          </p:nvSpPr>
          <p:spPr>
            <a:xfrm rot="716400">
              <a:off x="-180720" y="348120"/>
              <a:ext cx="445680" cy="22716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82" name="Google Shape;982;p26"/>
            <p:cNvSpPr/>
            <p:nvPr/>
          </p:nvSpPr>
          <p:spPr>
            <a:xfrm rot="716400">
              <a:off x="111960" y="-42840"/>
              <a:ext cx="370800" cy="32544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83" name="Google Shape;983;p26"/>
            <p:cNvSpPr/>
            <p:nvPr/>
          </p:nvSpPr>
          <p:spPr>
            <a:xfrm rot="716400">
              <a:off x="132120" y="79200"/>
              <a:ext cx="282600" cy="14004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70200" lIns="91425" spcFirstLastPara="1" rIns="91425" wrap="square" tIns="70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84" name="Google Shape;984;p26"/>
            <p:cNvSpPr/>
            <p:nvPr/>
          </p:nvSpPr>
          <p:spPr>
            <a:xfrm rot="716400">
              <a:off x="183240" y="-48240"/>
              <a:ext cx="147600" cy="27864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85" name="Google Shape;985;p26"/>
            <p:cNvSpPr/>
            <p:nvPr/>
          </p:nvSpPr>
          <p:spPr>
            <a:xfrm rot="716400">
              <a:off x="179280" y="20520"/>
              <a:ext cx="282600" cy="14004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70200" lIns="91425" spcFirstLastPara="1" rIns="91425" wrap="square" tIns="70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86" name="Google Shape;986;p26"/>
            <p:cNvSpPr/>
            <p:nvPr/>
          </p:nvSpPr>
          <p:spPr>
            <a:xfrm rot="716400">
              <a:off x="263160" y="10800"/>
              <a:ext cx="147600" cy="27864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87" name="Google Shape;987;p26"/>
            <p:cNvSpPr/>
            <p:nvPr/>
          </p:nvSpPr>
          <p:spPr>
            <a:xfrm rot="716400">
              <a:off x="225360" y="-23760"/>
              <a:ext cx="143640" cy="28836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88" name="Google Shape;988;p26"/>
            <p:cNvSpPr/>
            <p:nvPr/>
          </p:nvSpPr>
          <p:spPr>
            <a:xfrm rot="716400">
              <a:off x="153360" y="47520"/>
              <a:ext cx="288360" cy="14364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2000" lIns="91425" spcFirstLastPara="1" rIns="91425" wrap="square" tIns="72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89" name="Google Shape;989;p26"/>
            <p:cNvSpPr/>
            <p:nvPr/>
          </p:nvSpPr>
          <p:spPr>
            <a:xfrm rot="716400">
              <a:off x="199080" y="-350280"/>
              <a:ext cx="602280" cy="27036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990" name="Google Shape;990;p26"/>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991" name="Google Shape;991;p26"/>
          <p:cNvSpPr/>
          <p:nvPr/>
        </p:nvSpPr>
        <p:spPr>
          <a:xfrm>
            <a:off x="8719560" y="348804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92" name="Google Shape;992;p26"/>
          <p:cNvSpPr/>
          <p:nvPr/>
        </p:nvSpPr>
        <p:spPr>
          <a:xfrm>
            <a:off x="272520" y="165960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93" name="Google Shape;993;p26"/>
          <p:cNvSpPr/>
          <p:nvPr/>
        </p:nvSpPr>
        <p:spPr>
          <a:xfrm>
            <a:off x="1583280" y="480708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994" name="Google Shape;994;p26"/>
          <p:cNvGrpSpPr/>
          <p:nvPr/>
        </p:nvGrpSpPr>
        <p:grpSpPr>
          <a:xfrm>
            <a:off x="7982598" y="-686431"/>
            <a:ext cx="1659684" cy="1655102"/>
            <a:chOff x="7982598" y="-686431"/>
            <a:chExt cx="1659684" cy="1655102"/>
          </a:xfrm>
        </p:grpSpPr>
        <p:sp>
          <p:nvSpPr>
            <p:cNvPr id="995" name="Google Shape;995;p26"/>
            <p:cNvSpPr/>
            <p:nvPr/>
          </p:nvSpPr>
          <p:spPr>
            <a:xfrm rot="2499000">
              <a:off x="8211600" y="-432000"/>
              <a:ext cx="1201680" cy="114624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96" name="Google Shape;996;p26"/>
            <p:cNvSpPr/>
            <p:nvPr/>
          </p:nvSpPr>
          <p:spPr>
            <a:xfrm rot="2499000">
              <a:off x="8255880" y="-371880"/>
              <a:ext cx="1113840" cy="102420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97" name="Google Shape;997;p26"/>
            <p:cNvSpPr/>
            <p:nvPr/>
          </p:nvSpPr>
          <p:spPr>
            <a:xfrm rot="2499000">
              <a:off x="8573040" y="-279000"/>
              <a:ext cx="482040" cy="82908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998" name="Google Shape;998;p26"/>
            <p:cNvSpPr/>
            <p:nvPr/>
          </p:nvSpPr>
          <p:spPr>
            <a:xfrm rot="2499000">
              <a:off x="8219880" y="-276840"/>
              <a:ext cx="1095480" cy="90864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99" name="Google Shape;999;p26"/>
            <p:cNvSpPr/>
            <p:nvPr/>
          </p:nvSpPr>
          <p:spPr>
            <a:xfrm rot="2499000">
              <a:off x="8717760" y="-222840"/>
              <a:ext cx="51120" cy="8784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3900" lIns="91425" spcFirstLastPara="1" rIns="91425" wrap="square" tIns="43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00" name="Google Shape;1000;p26"/>
            <p:cNvSpPr/>
            <p:nvPr/>
          </p:nvSpPr>
          <p:spPr>
            <a:xfrm rot="2499000">
              <a:off x="8702640" y="-132840"/>
              <a:ext cx="23400" cy="792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01" name="Google Shape;1001;p26"/>
            <p:cNvSpPr/>
            <p:nvPr/>
          </p:nvSpPr>
          <p:spPr>
            <a:xfrm rot="2499000">
              <a:off x="8966880" y="340200"/>
              <a:ext cx="51120" cy="8784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3900" lIns="91425" spcFirstLastPara="1" rIns="91425" wrap="square" tIns="43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02" name="Google Shape;1002;p26"/>
            <p:cNvSpPr/>
            <p:nvPr/>
          </p:nvSpPr>
          <p:spPr>
            <a:xfrm rot="2499000">
              <a:off x="8951760" y="430200"/>
              <a:ext cx="23400" cy="792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03" name="Google Shape;1003;p26"/>
            <p:cNvSpPr/>
            <p:nvPr/>
          </p:nvSpPr>
          <p:spPr>
            <a:xfrm rot="2499000">
              <a:off x="8300880" y="120960"/>
              <a:ext cx="51120" cy="8784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3900" lIns="91425" spcFirstLastPara="1" rIns="91425" wrap="square" tIns="43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04" name="Google Shape;1004;p26"/>
            <p:cNvSpPr/>
            <p:nvPr/>
          </p:nvSpPr>
          <p:spPr>
            <a:xfrm rot="2499000">
              <a:off x="8285760" y="210960"/>
              <a:ext cx="23400" cy="792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005" name="Google Shape;1005;p26"/>
          <p:cNvSpPr/>
          <p:nvPr/>
        </p:nvSpPr>
        <p:spPr>
          <a:xfrm rot="264600">
            <a:off x="984960" y="-594360"/>
            <a:ext cx="2434320" cy="108216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06" name="Google Shape;1006;p26"/>
          <p:cNvSpPr/>
          <p:nvPr/>
        </p:nvSpPr>
        <p:spPr>
          <a:xfrm flipH="1" rot="10535400">
            <a:off x="5450760" y="4626360"/>
            <a:ext cx="2434320" cy="108216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007" name="Google Shape;1007;p26"/>
          <p:cNvGrpSpPr/>
          <p:nvPr/>
        </p:nvGrpSpPr>
        <p:grpSpPr>
          <a:xfrm>
            <a:off x="218160" y="3537720"/>
            <a:ext cx="261720" cy="531000"/>
            <a:chOff x="218160" y="3537720"/>
            <a:chExt cx="261720" cy="531000"/>
          </a:xfrm>
        </p:grpSpPr>
        <p:sp>
          <p:nvSpPr>
            <p:cNvPr id="1008" name="Google Shape;1008;p26"/>
            <p:cNvSpPr/>
            <p:nvPr/>
          </p:nvSpPr>
          <p:spPr>
            <a:xfrm>
              <a:off x="218160" y="353772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09" name="Google Shape;1009;p26"/>
            <p:cNvSpPr/>
            <p:nvPr/>
          </p:nvSpPr>
          <p:spPr>
            <a:xfrm>
              <a:off x="290160" y="403272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10" name="Google Shape;1010;p26"/>
            <p:cNvSpPr/>
            <p:nvPr/>
          </p:nvSpPr>
          <p:spPr>
            <a:xfrm>
              <a:off x="338760" y="353772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011" name="Google Shape;1011;p26"/>
          <p:cNvGrpSpPr/>
          <p:nvPr/>
        </p:nvGrpSpPr>
        <p:grpSpPr>
          <a:xfrm>
            <a:off x="8719560" y="1017720"/>
            <a:ext cx="261720" cy="531000"/>
            <a:chOff x="8719560" y="1017720"/>
            <a:chExt cx="261720" cy="531000"/>
          </a:xfrm>
        </p:grpSpPr>
        <p:sp>
          <p:nvSpPr>
            <p:cNvPr id="1012" name="Google Shape;1012;p26"/>
            <p:cNvSpPr/>
            <p:nvPr/>
          </p:nvSpPr>
          <p:spPr>
            <a:xfrm>
              <a:off x="8719560" y="101772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13" name="Google Shape;1013;p26"/>
            <p:cNvSpPr/>
            <p:nvPr/>
          </p:nvSpPr>
          <p:spPr>
            <a:xfrm>
              <a:off x="8791920" y="151272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14" name="Google Shape;1014;p26"/>
            <p:cNvSpPr/>
            <p:nvPr/>
          </p:nvSpPr>
          <p:spPr>
            <a:xfrm>
              <a:off x="8840160" y="101772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type="secHead">
  <p:cSld name="SECTION_HEADER">
    <p:bg>
      <p:bgPr>
        <a:solidFill>
          <a:schemeClr val="accent4"/>
        </a:solidFill>
      </p:bgPr>
    </p:bg>
    <p:spTree>
      <p:nvGrpSpPr>
        <p:cNvPr id="1015" name="Shape 1015"/>
        <p:cNvGrpSpPr/>
        <p:nvPr/>
      </p:nvGrpSpPr>
      <p:grpSpPr>
        <a:xfrm>
          <a:off x="0" y="0"/>
          <a:ext cx="0" cy="0"/>
          <a:chOff x="0" y="0"/>
          <a:chExt cx="0" cy="0"/>
        </a:xfrm>
      </p:grpSpPr>
      <p:sp>
        <p:nvSpPr>
          <p:cNvPr id="1016" name="Google Shape;1016;p27"/>
          <p:cNvSpPr/>
          <p:nvPr/>
        </p:nvSpPr>
        <p:spPr>
          <a:xfrm flipH="1">
            <a:off x="3745080" y="-4788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17" name="Google Shape;1017;p27"/>
          <p:cNvSpPr/>
          <p:nvPr/>
        </p:nvSpPr>
        <p:spPr>
          <a:xfrm flipH="1" rot="5400000">
            <a:off x="27000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18" name="Google Shape;1018;p27"/>
          <p:cNvSpPr/>
          <p:nvPr/>
        </p:nvSpPr>
        <p:spPr>
          <a:xfrm>
            <a:off x="652716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019" name="Google Shape;1019;p27"/>
          <p:cNvGrpSpPr/>
          <p:nvPr/>
        </p:nvGrpSpPr>
        <p:grpSpPr>
          <a:xfrm>
            <a:off x="-573480" y="-574560"/>
            <a:ext cx="1362240" cy="1457640"/>
            <a:chOff x="-573480" y="-574560"/>
            <a:chExt cx="1362240" cy="1457640"/>
          </a:xfrm>
        </p:grpSpPr>
        <p:sp>
          <p:nvSpPr>
            <p:cNvPr id="1020" name="Google Shape;1020;p27"/>
            <p:cNvSpPr/>
            <p:nvPr/>
          </p:nvSpPr>
          <p:spPr>
            <a:xfrm>
              <a:off x="-413640" y="-574560"/>
              <a:ext cx="1202400" cy="121176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21" name="Google Shape;1021;p27"/>
            <p:cNvSpPr/>
            <p:nvPr/>
          </p:nvSpPr>
          <p:spPr>
            <a:xfrm>
              <a:off x="-413640" y="-574560"/>
              <a:ext cx="1202400" cy="84636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22" name="Google Shape;1022;p27"/>
            <p:cNvSpPr/>
            <p:nvPr/>
          </p:nvSpPr>
          <p:spPr>
            <a:xfrm>
              <a:off x="16560" y="-432000"/>
              <a:ext cx="128880" cy="11628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23" name="Google Shape;1023;p27"/>
            <p:cNvSpPr/>
            <p:nvPr/>
          </p:nvSpPr>
          <p:spPr>
            <a:xfrm>
              <a:off x="33120" y="-168480"/>
              <a:ext cx="494640" cy="53316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24" name="Google Shape;1024;p27"/>
            <p:cNvSpPr/>
            <p:nvPr/>
          </p:nvSpPr>
          <p:spPr>
            <a:xfrm>
              <a:off x="200520" y="-123120"/>
              <a:ext cx="395640" cy="42516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25" name="Google Shape;1025;p27"/>
            <p:cNvSpPr/>
            <p:nvPr/>
          </p:nvSpPr>
          <p:spPr>
            <a:xfrm>
              <a:off x="532440" y="102600"/>
              <a:ext cx="131400" cy="13716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26" name="Google Shape;1026;p27"/>
            <p:cNvSpPr/>
            <p:nvPr/>
          </p:nvSpPr>
          <p:spPr>
            <a:xfrm>
              <a:off x="406800" y="-33840"/>
              <a:ext cx="131400" cy="13716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27" name="Google Shape;1027;p27"/>
            <p:cNvSpPr/>
            <p:nvPr/>
          </p:nvSpPr>
          <p:spPr>
            <a:xfrm>
              <a:off x="-573480" y="-5040"/>
              <a:ext cx="1213200" cy="8881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28" name="Google Shape;1028;p27"/>
            <p:cNvSpPr/>
            <p:nvPr/>
          </p:nvSpPr>
          <p:spPr>
            <a:xfrm>
              <a:off x="-573480" y="-5040"/>
              <a:ext cx="1213200" cy="66744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29" name="Google Shape;1029;p27"/>
            <p:cNvSpPr/>
            <p:nvPr/>
          </p:nvSpPr>
          <p:spPr>
            <a:xfrm>
              <a:off x="-537120" y="351360"/>
              <a:ext cx="1096560" cy="36072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30" name="Google Shape;1030;p27"/>
            <p:cNvSpPr/>
            <p:nvPr/>
          </p:nvSpPr>
          <p:spPr>
            <a:xfrm>
              <a:off x="-142560" y="329760"/>
              <a:ext cx="672480" cy="20304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31" name="Google Shape;1031;p27"/>
            <p:cNvSpPr/>
            <p:nvPr/>
          </p:nvSpPr>
          <p:spPr>
            <a:xfrm>
              <a:off x="21240" y="273240"/>
              <a:ext cx="529920" cy="16920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84600" lIns="91425" spcFirstLastPara="1" rIns="91425" wrap="square" tIns="84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32" name="Google Shape;1032;p27"/>
            <p:cNvSpPr/>
            <p:nvPr/>
          </p:nvSpPr>
          <p:spPr>
            <a:xfrm>
              <a:off x="-368640" y="77400"/>
              <a:ext cx="127800" cy="11628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033" name="Google Shape;1033;p27"/>
          <p:cNvGrpSpPr/>
          <p:nvPr/>
        </p:nvGrpSpPr>
        <p:grpSpPr>
          <a:xfrm>
            <a:off x="-1108471" y="3883821"/>
            <a:ext cx="2097330" cy="2174179"/>
            <a:chOff x="-1108471" y="3883821"/>
            <a:chExt cx="2097330" cy="2174179"/>
          </a:xfrm>
        </p:grpSpPr>
        <p:sp>
          <p:nvSpPr>
            <p:cNvPr id="1034" name="Google Shape;1034;p27"/>
            <p:cNvSpPr/>
            <p:nvPr/>
          </p:nvSpPr>
          <p:spPr>
            <a:xfrm flipH="1" rot="6753000">
              <a:off x="-1113120" y="43016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35" name="Google Shape;1035;p27"/>
            <p:cNvSpPr/>
            <p:nvPr/>
          </p:nvSpPr>
          <p:spPr>
            <a:xfrm flipH="1" rot="6753000">
              <a:off x="-1113120" y="43016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36" name="Google Shape;1036;p27"/>
            <p:cNvSpPr/>
            <p:nvPr/>
          </p:nvSpPr>
          <p:spPr>
            <a:xfrm flipH="1" rot="6753000">
              <a:off x="-813600" y="4722480"/>
              <a:ext cx="1450800" cy="66060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37" name="Google Shape;1037;p27"/>
            <p:cNvSpPr/>
            <p:nvPr/>
          </p:nvSpPr>
          <p:spPr>
            <a:xfrm flipH="1" rot="6753000">
              <a:off x="-500760" y="4610880"/>
              <a:ext cx="971280" cy="4334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38" name="Google Shape;1038;p27"/>
            <p:cNvSpPr/>
            <p:nvPr/>
          </p:nvSpPr>
          <p:spPr>
            <a:xfrm flipH="1" rot="6753000">
              <a:off x="-550440" y="4597200"/>
              <a:ext cx="897840" cy="403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39" name="Google Shape;1039;p27"/>
            <p:cNvSpPr/>
            <p:nvPr/>
          </p:nvSpPr>
          <p:spPr>
            <a:xfrm flipH="1" rot="6753000">
              <a:off x="-600120" y="4578120"/>
              <a:ext cx="830520" cy="37584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0" name="Google Shape;1040;p27"/>
            <p:cNvSpPr/>
            <p:nvPr/>
          </p:nvSpPr>
          <p:spPr>
            <a:xfrm flipH="1" rot="6753000">
              <a:off x="-703800" y="4633920"/>
              <a:ext cx="493920" cy="23652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1" name="Google Shape;1041;p27"/>
            <p:cNvSpPr/>
            <p:nvPr/>
          </p:nvSpPr>
          <p:spPr>
            <a:xfrm flipH="1" rot="6753000">
              <a:off x="-273960" y="4414320"/>
              <a:ext cx="195840" cy="11340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56875" lIns="91425" spcFirstLastPara="1" rIns="91425" wrap="square" tIns="56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2" name="Google Shape;1042;p27"/>
            <p:cNvSpPr/>
            <p:nvPr/>
          </p:nvSpPr>
          <p:spPr>
            <a:xfrm flipH="1" rot="6753000">
              <a:off x="-659520" y="4677840"/>
              <a:ext cx="493920" cy="23652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3" name="Google Shape;1043;p27"/>
            <p:cNvSpPr/>
            <p:nvPr/>
          </p:nvSpPr>
          <p:spPr>
            <a:xfrm flipH="1" rot="6753000">
              <a:off x="-801000" y="5222880"/>
              <a:ext cx="320040" cy="16488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4" name="Google Shape;1044;p27"/>
            <p:cNvSpPr/>
            <p:nvPr/>
          </p:nvSpPr>
          <p:spPr>
            <a:xfrm flipH="1" rot="6753000">
              <a:off x="-756720" y="5267520"/>
              <a:ext cx="320040" cy="16452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5" name="Google Shape;1045;p27"/>
            <p:cNvSpPr/>
            <p:nvPr/>
          </p:nvSpPr>
          <p:spPr>
            <a:xfrm flipH="1" rot="6753000">
              <a:off x="-39600" y="4236120"/>
              <a:ext cx="178920" cy="18252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6" name="Google Shape;1046;p27"/>
            <p:cNvSpPr/>
            <p:nvPr/>
          </p:nvSpPr>
          <p:spPr>
            <a:xfrm flipH="1" rot="6753000">
              <a:off x="74520" y="4277160"/>
              <a:ext cx="11160" cy="104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7" name="Google Shape;1047;p27"/>
            <p:cNvSpPr/>
            <p:nvPr/>
          </p:nvSpPr>
          <p:spPr>
            <a:xfrm flipH="1" rot="6753000">
              <a:off x="57240" y="4254840"/>
              <a:ext cx="11160" cy="104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8" name="Google Shape;1048;p27"/>
            <p:cNvSpPr/>
            <p:nvPr/>
          </p:nvSpPr>
          <p:spPr>
            <a:xfrm flipH="1" rot="6753000">
              <a:off x="77040" y="4356000"/>
              <a:ext cx="8280" cy="900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9" name="Google Shape;1049;p27"/>
            <p:cNvSpPr/>
            <p:nvPr/>
          </p:nvSpPr>
          <p:spPr>
            <a:xfrm flipH="1" rot="6753000">
              <a:off x="64800" y="4381200"/>
              <a:ext cx="8280" cy="900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50" name="Google Shape;1050;p27"/>
            <p:cNvSpPr/>
            <p:nvPr/>
          </p:nvSpPr>
          <p:spPr>
            <a:xfrm flipH="1" rot="6753000">
              <a:off x="-905400" y="5040360"/>
              <a:ext cx="284400" cy="28440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51" name="Google Shape;1051;p27"/>
            <p:cNvSpPr/>
            <p:nvPr/>
          </p:nvSpPr>
          <p:spPr>
            <a:xfrm flipH="1" rot="6753000">
              <a:off x="-668520" y="4290480"/>
              <a:ext cx="1381320" cy="151992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52" name="Google Shape;1052;p27"/>
            <p:cNvSpPr/>
            <p:nvPr/>
          </p:nvSpPr>
          <p:spPr>
            <a:xfrm flipH="1" rot="6753000">
              <a:off x="-420480" y="47044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53" name="Google Shape;1053;p27"/>
            <p:cNvSpPr/>
            <p:nvPr/>
          </p:nvSpPr>
          <p:spPr>
            <a:xfrm flipH="1" rot="6753000">
              <a:off x="-64080" y="4765320"/>
              <a:ext cx="689400" cy="82476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54" name="Google Shape;1054;p27"/>
            <p:cNvSpPr/>
            <p:nvPr/>
          </p:nvSpPr>
          <p:spPr>
            <a:xfrm flipH="1" rot="6753000">
              <a:off x="-100800" y="4729320"/>
              <a:ext cx="638640" cy="76356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55" name="Google Shape;1055;p27"/>
            <p:cNvSpPr/>
            <p:nvPr/>
          </p:nvSpPr>
          <p:spPr>
            <a:xfrm flipH="1" rot="6753000">
              <a:off x="-136080" y="4689720"/>
              <a:ext cx="592560" cy="70740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56" name="Google Shape;1056;p27"/>
            <p:cNvSpPr/>
            <p:nvPr/>
          </p:nvSpPr>
          <p:spPr>
            <a:xfrm flipH="1" rot="6753000">
              <a:off x="-253440" y="4689000"/>
              <a:ext cx="361080" cy="42624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57" name="Google Shape;1057;p27"/>
            <p:cNvSpPr/>
            <p:nvPr/>
          </p:nvSpPr>
          <p:spPr>
            <a:xfrm flipH="1" rot="6753000">
              <a:off x="228960" y="4698000"/>
              <a:ext cx="156600" cy="17712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88550" lIns="91425" spcFirstLastPara="1" rIns="91425" wrap="square" tIns="88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58" name="Google Shape;1058;p27"/>
            <p:cNvSpPr/>
            <p:nvPr/>
          </p:nvSpPr>
          <p:spPr>
            <a:xfrm flipH="1" rot="6753000">
              <a:off x="-235440" y="4748400"/>
              <a:ext cx="361080" cy="42624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59" name="Google Shape;1059;p27"/>
            <p:cNvSpPr/>
            <p:nvPr/>
          </p:nvSpPr>
          <p:spPr>
            <a:xfrm flipH="1" rot="6753000">
              <a:off x="-616680" y="5162400"/>
              <a:ext cx="241560" cy="28080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60" name="Google Shape;1060;p27"/>
            <p:cNvSpPr/>
            <p:nvPr/>
          </p:nvSpPr>
          <p:spPr>
            <a:xfrm flipH="1" rot="6753000">
              <a:off x="-598680" y="5221800"/>
              <a:ext cx="241560" cy="28080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61" name="Google Shape;1061;p27"/>
            <p:cNvSpPr/>
            <p:nvPr/>
          </p:nvSpPr>
          <p:spPr>
            <a:xfrm flipH="1" rot="6753000">
              <a:off x="487800" y="4670640"/>
              <a:ext cx="198360" cy="18936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62" name="Google Shape;1062;p27"/>
            <p:cNvSpPr/>
            <p:nvPr/>
          </p:nvSpPr>
          <p:spPr>
            <a:xfrm flipH="1" rot="6753000">
              <a:off x="616680" y="4735800"/>
              <a:ext cx="10800" cy="104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63" name="Google Shape;1063;p27"/>
            <p:cNvSpPr/>
            <p:nvPr/>
          </p:nvSpPr>
          <p:spPr>
            <a:xfrm flipH="1" rot="6753000">
              <a:off x="612000" y="4708800"/>
              <a:ext cx="11160" cy="104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64" name="Google Shape;1064;p27"/>
            <p:cNvSpPr/>
            <p:nvPr/>
          </p:nvSpPr>
          <p:spPr>
            <a:xfrm flipH="1" rot="6753000">
              <a:off x="581400" y="4806360"/>
              <a:ext cx="10800" cy="104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65" name="Google Shape;1065;p27"/>
            <p:cNvSpPr/>
            <p:nvPr/>
          </p:nvSpPr>
          <p:spPr>
            <a:xfrm flipH="1" rot="6753000">
              <a:off x="558000" y="4822560"/>
              <a:ext cx="10800" cy="104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66" name="Google Shape;1066;p27"/>
            <p:cNvSpPr/>
            <p:nvPr/>
          </p:nvSpPr>
          <p:spPr>
            <a:xfrm flipH="1" rot="6753000">
              <a:off x="-699480" y="4984200"/>
              <a:ext cx="306720" cy="30672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67" name="Google Shape;1067;p27"/>
            <p:cNvSpPr/>
            <p:nvPr/>
          </p:nvSpPr>
          <p:spPr>
            <a:xfrm flipH="1" rot="6753000">
              <a:off x="-420480" y="47044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068" name="Google Shape;1068;p27"/>
          <p:cNvGrpSpPr/>
          <p:nvPr/>
        </p:nvGrpSpPr>
        <p:grpSpPr>
          <a:xfrm>
            <a:off x="8056700" y="3864080"/>
            <a:ext cx="2194040" cy="2097320"/>
            <a:chOff x="8056700" y="3864080"/>
            <a:chExt cx="2194040" cy="2097320"/>
          </a:xfrm>
        </p:grpSpPr>
        <p:sp>
          <p:nvSpPr>
            <p:cNvPr id="1069" name="Google Shape;1069;p27"/>
            <p:cNvSpPr/>
            <p:nvPr/>
          </p:nvSpPr>
          <p:spPr>
            <a:xfrm rot="1992000">
              <a:off x="8295120" y="4221360"/>
              <a:ext cx="1717200" cy="138276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70" name="Google Shape;1070;p27"/>
            <p:cNvSpPr/>
            <p:nvPr/>
          </p:nvSpPr>
          <p:spPr>
            <a:xfrm rot="1992000">
              <a:off x="8419320" y="487908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71" name="Google Shape;1071;p27"/>
            <p:cNvSpPr/>
            <p:nvPr/>
          </p:nvSpPr>
          <p:spPr>
            <a:xfrm rot="1992000">
              <a:off x="8478720" y="470844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72" name="Google Shape;1072;p27"/>
            <p:cNvSpPr/>
            <p:nvPr/>
          </p:nvSpPr>
          <p:spPr>
            <a:xfrm rot="1992000">
              <a:off x="8539920" y="45349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73" name="Google Shape;1073;p27"/>
            <p:cNvSpPr/>
            <p:nvPr/>
          </p:nvSpPr>
          <p:spPr>
            <a:xfrm rot="1992000">
              <a:off x="8597520" y="436680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74" name="Google Shape;1074;p27"/>
            <p:cNvSpPr/>
            <p:nvPr/>
          </p:nvSpPr>
          <p:spPr>
            <a:xfrm rot="1992000">
              <a:off x="8359560" y="50497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75" name="Google Shape;1075;p27"/>
            <p:cNvSpPr/>
            <p:nvPr/>
          </p:nvSpPr>
          <p:spPr>
            <a:xfrm rot="1992000">
              <a:off x="8475120" y="4275000"/>
              <a:ext cx="1521000" cy="138276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76" name="Google Shape;1076;p27"/>
            <p:cNvSpPr/>
            <p:nvPr/>
          </p:nvSpPr>
          <p:spPr>
            <a:xfrm rot="1992000">
              <a:off x="9160200" y="4212000"/>
              <a:ext cx="432000" cy="1249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62625" lIns="91425" spcFirstLastPara="1" rIns="91425" wrap="square" tIns="62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77" name="Google Shape;1077;p27"/>
            <p:cNvSpPr/>
            <p:nvPr/>
          </p:nvSpPr>
          <p:spPr>
            <a:xfrm rot="1992000">
              <a:off x="9078120" y="4159080"/>
              <a:ext cx="567000" cy="31068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78" name="Google Shape;1078;p27"/>
            <p:cNvSpPr/>
            <p:nvPr/>
          </p:nvSpPr>
          <p:spPr>
            <a:xfrm rot="1992000">
              <a:off x="9081000" y="4286520"/>
              <a:ext cx="50400" cy="2520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79" name="Google Shape;1079;p27"/>
            <p:cNvSpPr/>
            <p:nvPr/>
          </p:nvSpPr>
          <p:spPr>
            <a:xfrm rot="1992000">
              <a:off x="9547920" y="4443840"/>
              <a:ext cx="50400" cy="2520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80" name="Google Shape;1080;p27"/>
            <p:cNvSpPr/>
            <p:nvPr/>
          </p:nvSpPr>
          <p:spPr>
            <a:xfrm rot="1992000">
              <a:off x="9450360" y="4532760"/>
              <a:ext cx="364680" cy="1081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81" name="Google Shape;1081;p27"/>
            <p:cNvSpPr/>
            <p:nvPr/>
          </p:nvSpPr>
          <p:spPr>
            <a:xfrm rot="1992000">
              <a:off x="9614880" y="5063040"/>
              <a:ext cx="32400" cy="3024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82" name="Google Shape;1082;p27"/>
            <p:cNvSpPr/>
            <p:nvPr/>
          </p:nvSpPr>
          <p:spPr>
            <a:xfrm rot="1992000">
              <a:off x="9525960" y="4948560"/>
              <a:ext cx="213840" cy="2498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83" name="Google Shape;1083;p27"/>
            <p:cNvSpPr/>
            <p:nvPr/>
          </p:nvSpPr>
          <p:spPr>
            <a:xfrm rot="1992000">
              <a:off x="9543600" y="5160960"/>
              <a:ext cx="104400" cy="3636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84" name="Google Shape;1084;p27"/>
            <p:cNvSpPr/>
            <p:nvPr/>
          </p:nvSpPr>
          <p:spPr>
            <a:xfrm rot="1992000">
              <a:off x="8490960" y="4210920"/>
              <a:ext cx="365040" cy="1081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85" name="Google Shape;1085;p27"/>
            <p:cNvSpPr/>
            <p:nvPr/>
          </p:nvSpPr>
          <p:spPr>
            <a:xfrm rot="1992000">
              <a:off x="8655840" y="4741200"/>
              <a:ext cx="32400" cy="3024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86" name="Google Shape;1086;p27"/>
            <p:cNvSpPr/>
            <p:nvPr/>
          </p:nvSpPr>
          <p:spPr>
            <a:xfrm rot="1992000">
              <a:off x="8566920" y="4626720"/>
              <a:ext cx="213840" cy="24984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87" name="Google Shape;1087;p27"/>
            <p:cNvSpPr/>
            <p:nvPr/>
          </p:nvSpPr>
          <p:spPr>
            <a:xfrm rot="1992000">
              <a:off x="8584560" y="4839480"/>
              <a:ext cx="104400" cy="3636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88" name="Google Shape;1088;p27"/>
            <p:cNvSpPr/>
            <p:nvPr/>
          </p:nvSpPr>
          <p:spPr>
            <a:xfrm rot="1992000">
              <a:off x="9057600" y="4295520"/>
              <a:ext cx="90360" cy="381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89" name="Google Shape;1089;p27"/>
            <p:cNvSpPr/>
            <p:nvPr/>
          </p:nvSpPr>
          <p:spPr>
            <a:xfrm rot="1992000">
              <a:off x="9057240" y="4294440"/>
              <a:ext cx="90720" cy="3168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90" name="Google Shape;1090;p27"/>
            <p:cNvSpPr/>
            <p:nvPr/>
          </p:nvSpPr>
          <p:spPr>
            <a:xfrm rot="1992000">
              <a:off x="9524160" y="4452120"/>
              <a:ext cx="90360" cy="3816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91" name="Google Shape;1091;p27"/>
            <p:cNvSpPr/>
            <p:nvPr/>
          </p:nvSpPr>
          <p:spPr>
            <a:xfrm rot="1992000">
              <a:off x="9524160" y="4451040"/>
              <a:ext cx="90720" cy="3168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092" name="Google Shape;1092;p27"/>
          <p:cNvSpPr txBox="1"/>
          <p:nvPr>
            <p:ph type="title"/>
          </p:nvPr>
        </p:nvSpPr>
        <p:spPr>
          <a:xfrm>
            <a:off x="720000" y="2178360"/>
            <a:ext cx="5375520" cy="10519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093" name="Google Shape;1093;p27"/>
          <p:cNvSpPr txBox="1"/>
          <p:nvPr>
            <p:ph idx="2" type="title"/>
          </p:nvPr>
        </p:nvSpPr>
        <p:spPr>
          <a:xfrm>
            <a:off x="720000" y="1144800"/>
            <a:ext cx="1387800" cy="103284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094" name="Google Shape;1094;p27"/>
          <p:cNvSpPr/>
          <p:nvPr/>
        </p:nvSpPr>
        <p:spPr>
          <a:xfrm>
            <a:off x="8731080" y="118008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95" name="Google Shape;1095;p27"/>
          <p:cNvSpPr/>
          <p:nvPr/>
        </p:nvSpPr>
        <p:spPr>
          <a:xfrm>
            <a:off x="1334880" y="31500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6_2">
  <p:cSld name="CUSTOM_6_2">
    <p:bg>
      <p:bgPr>
        <a:solidFill>
          <a:schemeClr val="accent4"/>
        </a:solidFill>
      </p:bgPr>
    </p:bg>
    <p:spTree>
      <p:nvGrpSpPr>
        <p:cNvPr id="1096" name="Shape 1096"/>
        <p:cNvGrpSpPr/>
        <p:nvPr/>
      </p:nvGrpSpPr>
      <p:grpSpPr>
        <a:xfrm>
          <a:off x="0" y="0"/>
          <a:ext cx="0" cy="0"/>
          <a:chOff x="0" y="0"/>
          <a:chExt cx="0" cy="0"/>
        </a:xfrm>
      </p:grpSpPr>
      <p:sp>
        <p:nvSpPr>
          <p:cNvPr id="1097" name="Google Shape;1097;p28"/>
          <p:cNvSpPr/>
          <p:nvPr/>
        </p:nvSpPr>
        <p:spPr>
          <a:xfrm flipH="1" rot="5400000">
            <a:off x="270000" y="26899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98" name="Google Shape;1098;p28"/>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099" name="Google Shape;1099;p28"/>
          <p:cNvSpPr/>
          <p:nvPr/>
        </p:nvSpPr>
        <p:spPr>
          <a:xfrm>
            <a:off x="2114640" y="0"/>
            <a:ext cx="1816200" cy="57240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00" name="Google Shape;1100;p28"/>
          <p:cNvSpPr/>
          <p:nvPr/>
        </p:nvSpPr>
        <p:spPr>
          <a:xfrm flipH="1" rot="10800000">
            <a:off x="5490720" y="4614480"/>
            <a:ext cx="1816200" cy="57240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01" name="Google Shape;1101;p28"/>
          <p:cNvSpPr/>
          <p:nvPr/>
        </p:nvSpPr>
        <p:spPr>
          <a:xfrm flipH="1" rot="10800000">
            <a:off x="6527520" y="4356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102" name="Google Shape;1102;p28"/>
          <p:cNvGrpSpPr/>
          <p:nvPr/>
        </p:nvGrpSpPr>
        <p:grpSpPr>
          <a:xfrm>
            <a:off x="-234720" y="-326520"/>
            <a:ext cx="1054800" cy="961560"/>
            <a:chOff x="-234720" y="-326520"/>
            <a:chExt cx="1054800" cy="961560"/>
          </a:xfrm>
        </p:grpSpPr>
        <p:sp>
          <p:nvSpPr>
            <p:cNvPr id="1103" name="Google Shape;1103;p28"/>
            <p:cNvSpPr/>
            <p:nvPr/>
          </p:nvSpPr>
          <p:spPr>
            <a:xfrm>
              <a:off x="-234720" y="-326520"/>
              <a:ext cx="1054800" cy="96156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04" name="Google Shape;1104;p28"/>
            <p:cNvSpPr/>
            <p:nvPr/>
          </p:nvSpPr>
          <p:spPr>
            <a:xfrm>
              <a:off x="-86760" y="-50040"/>
              <a:ext cx="799920" cy="60840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05" name="Google Shape;1105;p28"/>
            <p:cNvSpPr/>
            <p:nvPr/>
          </p:nvSpPr>
          <p:spPr>
            <a:xfrm>
              <a:off x="-99360" y="-206640"/>
              <a:ext cx="722160" cy="59328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06" name="Google Shape;1106;p28"/>
            <p:cNvSpPr/>
            <p:nvPr/>
          </p:nvSpPr>
          <p:spPr>
            <a:xfrm>
              <a:off x="248760" y="-15840"/>
              <a:ext cx="151560" cy="22572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07" name="Google Shape;1107;p28"/>
            <p:cNvSpPr/>
            <p:nvPr/>
          </p:nvSpPr>
          <p:spPr>
            <a:xfrm>
              <a:off x="249480" y="169920"/>
              <a:ext cx="77040" cy="25560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08" name="Google Shape;1108;p28"/>
            <p:cNvSpPr/>
            <p:nvPr/>
          </p:nvSpPr>
          <p:spPr>
            <a:xfrm>
              <a:off x="263520" y="182880"/>
              <a:ext cx="16560" cy="1440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7200" lIns="91425" spcFirstLastPara="1" rIns="91425" wrap="square" tIns="7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09" name="Google Shape;1109;p28"/>
            <p:cNvSpPr/>
            <p:nvPr/>
          </p:nvSpPr>
          <p:spPr>
            <a:xfrm>
              <a:off x="-86760" y="-50040"/>
              <a:ext cx="799920" cy="60840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10" name="Google Shape;1110;p28"/>
            <p:cNvSpPr/>
            <p:nvPr/>
          </p:nvSpPr>
          <p:spPr>
            <a:xfrm>
              <a:off x="-65520" y="-172440"/>
              <a:ext cx="741240" cy="69660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111" name="Google Shape;1111;p28"/>
          <p:cNvGrpSpPr/>
          <p:nvPr/>
        </p:nvGrpSpPr>
        <p:grpSpPr>
          <a:xfrm>
            <a:off x="8308800" y="4324680"/>
            <a:ext cx="992160" cy="1061640"/>
            <a:chOff x="8308800" y="4324680"/>
            <a:chExt cx="992160" cy="1061640"/>
          </a:xfrm>
        </p:grpSpPr>
        <p:sp>
          <p:nvSpPr>
            <p:cNvPr id="1112" name="Google Shape;1112;p28"/>
            <p:cNvSpPr/>
            <p:nvPr/>
          </p:nvSpPr>
          <p:spPr>
            <a:xfrm>
              <a:off x="8425080" y="4324680"/>
              <a:ext cx="875880" cy="88272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13" name="Google Shape;1113;p28"/>
            <p:cNvSpPr/>
            <p:nvPr/>
          </p:nvSpPr>
          <p:spPr>
            <a:xfrm>
              <a:off x="8425080" y="4324680"/>
              <a:ext cx="875880" cy="61668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14" name="Google Shape;1114;p28"/>
            <p:cNvSpPr/>
            <p:nvPr/>
          </p:nvSpPr>
          <p:spPr>
            <a:xfrm>
              <a:off x="8738640" y="4428360"/>
              <a:ext cx="93960" cy="8460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15" name="Google Shape;1115;p28"/>
            <p:cNvSpPr/>
            <p:nvPr/>
          </p:nvSpPr>
          <p:spPr>
            <a:xfrm>
              <a:off x="8750880" y="4620240"/>
              <a:ext cx="360360" cy="38844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16" name="Google Shape;1116;p28"/>
            <p:cNvSpPr/>
            <p:nvPr/>
          </p:nvSpPr>
          <p:spPr>
            <a:xfrm>
              <a:off x="8872560" y="4653360"/>
              <a:ext cx="288360" cy="30960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17" name="Google Shape;1117;p28"/>
            <p:cNvSpPr/>
            <p:nvPr/>
          </p:nvSpPr>
          <p:spPr>
            <a:xfrm>
              <a:off x="9114480" y="4817880"/>
              <a:ext cx="95760" cy="9972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50025" lIns="91425" spcFirstLastPara="1" rIns="91425" wrap="square" tIns="500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18" name="Google Shape;1118;p28"/>
            <p:cNvSpPr/>
            <p:nvPr/>
          </p:nvSpPr>
          <p:spPr>
            <a:xfrm>
              <a:off x="9023040" y="4718520"/>
              <a:ext cx="95760" cy="9972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50025" lIns="91425" spcFirstLastPara="1" rIns="91425" wrap="square" tIns="500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19" name="Google Shape;1119;p28"/>
            <p:cNvSpPr/>
            <p:nvPr/>
          </p:nvSpPr>
          <p:spPr>
            <a:xfrm>
              <a:off x="8308800" y="4739400"/>
              <a:ext cx="883800" cy="6469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20" name="Google Shape;1120;p28"/>
            <p:cNvSpPr/>
            <p:nvPr/>
          </p:nvSpPr>
          <p:spPr>
            <a:xfrm>
              <a:off x="8308800" y="4739400"/>
              <a:ext cx="883800" cy="48636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21" name="Google Shape;1121;p28"/>
            <p:cNvSpPr/>
            <p:nvPr/>
          </p:nvSpPr>
          <p:spPr>
            <a:xfrm>
              <a:off x="8335080" y="4998960"/>
              <a:ext cx="798840" cy="26280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22" name="Google Shape;1122;p28"/>
            <p:cNvSpPr/>
            <p:nvPr/>
          </p:nvSpPr>
          <p:spPr>
            <a:xfrm>
              <a:off x="8622720" y="4983480"/>
              <a:ext cx="489960" cy="14760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73800" lIns="91425" spcFirstLastPara="1" rIns="91425" wrap="square" tIns="73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23" name="Google Shape;1123;p28"/>
            <p:cNvSpPr/>
            <p:nvPr/>
          </p:nvSpPr>
          <p:spPr>
            <a:xfrm>
              <a:off x="8742240" y="4942080"/>
              <a:ext cx="385920" cy="12312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61550" lIns="91425" spcFirstLastPara="1" rIns="91425" wrap="square" tIns="61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24" name="Google Shape;1124;p28"/>
            <p:cNvSpPr/>
            <p:nvPr/>
          </p:nvSpPr>
          <p:spPr>
            <a:xfrm>
              <a:off x="8457840" y="4799520"/>
              <a:ext cx="93240" cy="8460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125" name="Google Shape;1125;p28"/>
          <p:cNvGrpSpPr/>
          <p:nvPr/>
        </p:nvGrpSpPr>
        <p:grpSpPr>
          <a:xfrm>
            <a:off x="-520490" y="4047393"/>
            <a:ext cx="1696541" cy="1705493"/>
            <a:chOff x="-520490" y="4047393"/>
            <a:chExt cx="1696541" cy="1705493"/>
          </a:xfrm>
        </p:grpSpPr>
        <p:sp>
          <p:nvSpPr>
            <p:cNvPr id="1126" name="Google Shape;1126;p28"/>
            <p:cNvSpPr/>
            <p:nvPr/>
          </p:nvSpPr>
          <p:spPr>
            <a:xfrm rot="3083400">
              <a:off x="-291600" y="4309200"/>
              <a:ext cx="1238760" cy="118188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27" name="Google Shape;1127;p28"/>
            <p:cNvSpPr/>
            <p:nvPr/>
          </p:nvSpPr>
          <p:spPr>
            <a:xfrm rot="3083400">
              <a:off x="-245520" y="4371120"/>
              <a:ext cx="1148400" cy="105588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28" name="Google Shape;1128;p28"/>
            <p:cNvSpPr/>
            <p:nvPr/>
          </p:nvSpPr>
          <p:spPr>
            <a:xfrm rot="3083400">
              <a:off x="81720" y="4467240"/>
              <a:ext cx="496800" cy="85500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29" name="Google Shape;1129;p28"/>
            <p:cNvSpPr/>
            <p:nvPr/>
          </p:nvSpPr>
          <p:spPr>
            <a:xfrm rot="3083400">
              <a:off x="-288360" y="4460400"/>
              <a:ext cx="1129320" cy="93672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30" name="Google Shape;1130;p28"/>
            <p:cNvSpPr/>
            <p:nvPr/>
          </p:nvSpPr>
          <p:spPr>
            <a:xfrm rot="3083400">
              <a:off x="287280" y="4517280"/>
              <a:ext cx="52560" cy="9072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5350" lIns="91425" spcFirstLastPara="1" rIns="91425" wrap="square" tIns="45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31" name="Google Shape;1131;p28"/>
            <p:cNvSpPr/>
            <p:nvPr/>
          </p:nvSpPr>
          <p:spPr>
            <a:xfrm rot="3083400">
              <a:off x="263160" y="4604760"/>
              <a:ext cx="24120" cy="792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32" name="Google Shape;1132;p28"/>
            <p:cNvSpPr/>
            <p:nvPr/>
          </p:nvSpPr>
          <p:spPr>
            <a:xfrm rot="3083400">
              <a:off x="441720" y="5133600"/>
              <a:ext cx="52920" cy="9072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5350" lIns="91425" spcFirstLastPara="1" rIns="91425" wrap="square" tIns="45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33" name="Google Shape;1133;p28"/>
            <p:cNvSpPr/>
            <p:nvPr/>
          </p:nvSpPr>
          <p:spPr>
            <a:xfrm rot="3083400">
              <a:off x="417960" y="5220720"/>
              <a:ext cx="24120" cy="792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34" name="Google Shape;1134;p28"/>
            <p:cNvSpPr/>
            <p:nvPr/>
          </p:nvSpPr>
          <p:spPr>
            <a:xfrm rot="3083400">
              <a:off x="-196200" y="4794840"/>
              <a:ext cx="52920" cy="9072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5350" lIns="91425" spcFirstLastPara="1" rIns="91425" wrap="square" tIns="45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35" name="Google Shape;1135;p28"/>
            <p:cNvSpPr/>
            <p:nvPr/>
          </p:nvSpPr>
          <p:spPr>
            <a:xfrm rot="3083400">
              <a:off x="-220320" y="4881960"/>
              <a:ext cx="24120" cy="792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136" name="Google Shape;1136;p28"/>
          <p:cNvGrpSpPr/>
          <p:nvPr/>
        </p:nvGrpSpPr>
        <p:grpSpPr>
          <a:xfrm>
            <a:off x="8110328" y="-544834"/>
            <a:ext cx="1448560" cy="1482616"/>
            <a:chOff x="8110328" y="-544834"/>
            <a:chExt cx="1448560" cy="1482616"/>
          </a:xfrm>
        </p:grpSpPr>
        <p:sp>
          <p:nvSpPr>
            <p:cNvPr id="1137" name="Google Shape;1137;p28"/>
            <p:cNvSpPr/>
            <p:nvPr/>
          </p:nvSpPr>
          <p:spPr>
            <a:xfrm rot="3067800">
              <a:off x="8257320" y="-268560"/>
              <a:ext cx="1154520" cy="92988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38" name="Google Shape;1138;p28"/>
            <p:cNvSpPr/>
            <p:nvPr/>
          </p:nvSpPr>
          <p:spPr>
            <a:xfrm rot="3067800">
              <a:off x="8307360" y="155880"/>
              <a:ext cx="907560" cy="27468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39" name="Google Shape;1139;p28"/>
            <p:cNvSpPr/>
            <p:nvPr/>
          </p:nvSpPr>
          <p:spPr>
            <a:xfrm rot="3067800">
              <a:off x="8380800" y="59040"/>
              <a:ext cx="907560" cy="27468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40" name="Google Shape;1140;p28"/>
            <p:cNvSpPr/>
            <p:nvPr/>
          </p:nvSpPr>
          <p:spPr>
            <a:xfrm rot="3067800">
              <a:off x="8455680" y="-38880"/>
              <a:ext cx="907560" cy="27468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41" name="Google Shape;1141;p28"/>
            <p:cNvSpPr/>
            <p:nvPr/>
          </p:nvSpPr>
          <p:spPr>
            <a:xfrm rot="3067800">
              <a:off x="8527320" y="-134640"/>
              <a:ext cx="907560" cy="27468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42" name="Google Shape;1142;p28"/>
            <p:cNvSpPr/>
            <p:nvPr/>
          </p:nvSpPr>
          <p:spPr>
            <a:xfrm rot="3067800">
              <a:off x="8233920" y="252720"/>
              <a:ext cx="907560" cy="27468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43" name="Google Shape;1143;p28"/>
            <p:cNvSpPr/>
            <p:nvPr/>
          </p:nvSpPr>
          <p:spPr>
            <a:xfrm rot="3067800">
              <a:off x="8364600" y="-217080"/>
              <a:ext cx="1022760" cy="92988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44" name="Google Shape;1144;p28"/>
            <p:cNvSpPr/>
            <p:nvPr/>
          </p:nvSpPr>
          <p:spPr>
            <a:xfrm rot="3067800">
              <a:off x="8964000" y="-207720"/>
              <a:ext cx="290520" cy="8388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42100" lIns="91425" spcFirstLastPara="1" rIns="91425" wrap="square" tIns="42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45" name="Google Shape;1145;p28"/>
            <p:cNvSpPr/>
            <p:nvPr/>
          </p:nvSpPr>
          <p:spPr>
            <a:xfrm rot="3067800">
              <a:off x="8901000" y="-247320"/>
              <a:ext cx="381240" cy="20880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46" name="Google Shape;1146;p28"/>
            <p:cNvSpPr/>
            <p:nvPr/>
          </p:nvSpPr>
          <p:spPr>
            <a:xfrm rot="3067800">
              <a:off x="8914320" y="-214200"/>
              <a:ext cx="33840" cy="1692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47" name="Google Shape;1147;p28"/>
            <p:cNvSpPr/>
            <p:nvPr/>
          </p:nvSpPr>
          <p:spPr>
            <a:xfrm rot="3067800">
              <a:off x="9180360" y="-16920"/>
              <a:ext cx="33840" cy="1692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48" name="Google Shape;1148;p28"/>
            <p:cNvSpPr/>
            <p:nvPr/>
          </p:nvSpPr>
          <p:spPr>
            <a:xfrm rot="3067800">
              <a:off x="8985600" y="34920"/>
              <a:ext cx="245160" cy="7268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49" name="Google Shape;1149;p28"/>
            <p:cNvSpPr/>
            <p:nvPr/>
          </p:nvSpPr>
          <p:spPr>
            <a:xfrm rot="3067800">
              <a:off x="9095400" y="390600"/>
              <a:ext cx="21600" cy="2016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0075" lIns="91425" spcFirstLastPara="1" rIns="91425" wrap="square" tIns="10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50" name="Google Shape;1150;p28"/>
            <p:cNvSpPr/>
            <p:nvPr/>
          </p:nvSpPr>
          <p:spPr>
            <a:xfrm rot="3067800">
              <a:off x="9036000" y="314280"/>
              <a:ext cx="143640" cy="16776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83875" lIns="91425" spcFirstLastPara="1" rIns="91425" wrap="square" tIns="83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51" name="Google Shape;1151;p28"/>
            <p:cNvSpPr/>
            <p:nvPr/>
          </p:nvSpPr>
          <p:spPr>
            <a:xfrm rot="3067800">
              <a:off x="9027360" y="446040"/>
              <a:ext cx="70200" cy="2412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2225" lIns="91425" spcFirstLastPara="1" rIns="91425" wrap="square" tIns="12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52" name="Google Shape;1152;p28"/>
            <p:cNvSpPr/>
            <p:nvPr/>
          </p:nvSpPr>
          <p:spPr>
            <a:xfrm rot="3067800">
              <a:off x="8438040" y="-369720"/>
              <a:ext cx="245160" cy="72720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53" name="Google Shape;1153;p28"/>
            <p:cNvSpPr/>
            <p:nvPr/>
          </p:nvSpPr>
          <p:spPr>
            <a:xfrm rot="3067800">
              <a:off x="8548200" y="-13680"/>
              <a:ext cx="21600" cy="2016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0075" lIns="91425" spcFirstLastPara="1" rIns="91425" wrap="square" tIns="10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54" name="Google Shape;1154;p28"/>
            <p:cNvSpPr/>
            <p:nvPr/>
          </p:nvSpPr>
          <p:spPr>
            <a:xfrm rot="3067800">
              <a:off x="8489160" y="-89640"/>
              <a:ext cx="143640" cy="16776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83875" lIns="91425" spcFirstLastPara="1" rIns="91425" wrap="square" tIns="83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55" name="Google Shape;1155;p28"/>
            <p:cNvSpPr/>
            <p:nvPr/>
          </p:nvSpPr>
          <p:spPr>
            <a:xfrm rot="3067800">
              <a:off x="8480520" y="41760"/>
              <a:ext cx="70200" cy="2412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2225" lIns="91425" spcFirstLastPara="1" rIns="91425" wrap="square" tIns="12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56" name="Google Shape;1156;p28"/>
            <p:cNvSpPr/>
            <p:nvPr/>
          </p:nvSpPr>
          <p:spPr>
            <a:xfrm rot="3067800">
              <a:off x="8895600" y="-209520"/>
              <a:ext cx="60480" cy="255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2950" lIns="91425" spcFirstLastPara="1" rIns="91425" wrap="square" tIns="12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57" name="Google Shape;1157;p28"/>
            <p:cNvSpPr/>
            <p:nvPr/>
          </p:nvSpPr>
          <p:spPr>
            <a:xfrm rot="3067800">
              <a:off x="8896320" y="-210240"/>
              <a:ext cx="60840" cy="2124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0800" lIns="91425" spcFirstLastPara="1" rIns="91425" wrap="square" tIns="10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58" name="Google Shape;1158;p28"/>
            <p:cNvSpPr/>
            <p:nvPr/>
          </p:nvSpPr>
          <p:spPr>
            <a:xfrm rot="3067800">
              <a:off x="9162000" y="-12960"/>
              <a:ext cx="60480" cy="2556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2950" lIns="91425" spcFirstLastPara="1" rIns="91425" wrap="square" tIns="12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59" name="Google Shape;1159;p28"/>
            <p:cNvSpPr/>
            <p:nvPr/>
          </p:nvSpPr>
          <p:spPr>
            <a:xfrm rot="3067800">
              <a:off x="9162360" y="-13320"/>
              <a:ext cx="60840" cy="2124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0800" lIns="91425" spcFirstLastPara="1" rIns="91425" wrap="square" tIns="10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160" name="Google Shape;1160;p28"/>
          <p:cNvSpPr/>
          <p:nvPr/>
        </p:nvSpPr>
        <p:spPr>
          <a:xfrm flipH="1" rot="2455200">
            <a:off x="4405320" y="-1203840"/>
            <a:ext cx="2929680" cy="175932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61" name="Google Shape;1161;p28"/>
          <p:cNvSpPr/>
          <p:nvPr/>
        </p:nvSpPr>
        <p:spPr>
          <a:xfrm rot="8549400">
            <a:off x="1154520" y="4503600"/>
            <a:ext cx="2929320" cy="175932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62" name="Google Shape;1162;p28"/>
          <p:cNvSpPr/>
          <p:nvPr/>
        </p:nvSpPr>
        <p:spPr>
          <a:xfrm>
            <a:off x="7652520" y="476568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63" name="Google Shape;1163;p28"/>
          <p:cNvSpPr/>
          <p:nvPr/>
        </p:nvSpPr>
        <p:spPr>
          <a:xfrm>
            <a:off x="285480" y="131616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1164" name="Google Shape;1164;p28"/>
          <p:cNvGrpSpPr/>
          <p:nvPr/>
        </p:nvGrpSpPr>
        <p:grpSpPr>
          <a:xfrm>
            <a:off x="8723880" y="1222920"/>
            <a:ext cx="261720" cy="531000"/>
            <a:chOff x="8723880" y="1222920"/>
            <a:chExt cx="261720" cy="531000"/>
          </a:xfrm>
        </p:grpSpPr>
        <p:sp>
          <p:nvSpPr>
            <p:cNvPr id="1165" name="Google Shape;1165;p28"/>
            <p:cNvSpPr/>
            <p:nvPr/>
          </p:nvSpPr>
          <p:spPr>
            <a:xfrm>
              <a:off x="8723880" y="122292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66" name="Google Shape;1166;p28"/>
            <p:cNvSpPr/>
            <p:nvPr/>
          </p:nvSpPr>
          <p:spPr>
            <a:xfrm>
              <a:off x="8796240" y="171792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67" name="Google Shape;1167;p28"/>
            <p:cNvSpPr/>
            <p:nvPr/>
          </p:nvSpPr>
          <p:spPr>
            <a:xfrm>
              <a:off x="8844480" y="122292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168" name="Google Shape;1168;p28"/>
          <p:cNvGrpSpPr/>
          <p:nvPr/>
        </p:nvGrpSpPr>
        <p:grpSpPr>
          <a:xfrm>
            <a:off x="181440" y="3444120"/>
            <a:ext cx="262080" cy="531360"/>
            <a:chOff x="181440" y="3444120"/>
            <a:chExt cx="262080" cy="531360"/>
          </a:xfrm>
        </p:grpSpPr>
        <p:sp>
          <p:nvSpPr>
            <p:cNvPr id="1169" name="Google Shape;1169;p28"/>
            <p:cNvSpPr/>
            <p:nvPr/>
          </p:nvSpPr>
          <p:spPr>
            <a:xfrm>
              <a:off x="181440" y="344412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70" name="Google Shape;1170;p28"/>
            <p:cNvSpPr/>
            <p:nvPr/>
          </p:nvSpPr>
          <p:spPr>
            <a:xfrm>
              <a:off x="253800" y="393948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71" name="Google Shape;1171;p28"/>
            <p:cNvSpPr/>
            <p:nvPr/>
          </p:nvSpPr>
          <p:spPr>
            <a:xfrm>
              <a:off x="302400" y="344412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5">
  <p:cSld name="CUSTOM_5">
    <p:bg>
      <p:bgPr>
        <a:solidFill>
          <a:schemeClr val="accent4"/>
        </a:solidFill>
      </p:bgPr>
    </p:bg>
    <p:spTree>
      <p:nvGrpSpPr>
        <p:cNvPr id="1172" name="Shape 1172"/>
        <p:cNvGrpSpPr/>
        <p:nvPr/>
      </p:nvGrpSpPr>
      <p:grpSpPr>
        <a:xfrm>
          <a:off x="0" y="0"/>
          <a:ext cx="0" cy="0"/>
          <a:chOff x="0" y="0"/>
          <a:chExt cx="0" cy="0"/>
        </a:xfrm>
      </p:grpSpPr>
      <p:sp>
        <p:nvSpPr>
          <p:cNvPr id="1173" name="Google Shape;1173;p29"/>
          <p:cNvSpPr/>
          <p:nvPr/>
        </p:nvSpPr>
        <p:spPr>
          <a:xfrm flipH="1" rot="10800000">
            <a:off x="1623960" y="401544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74" name="Google Shape;1174;p29"/>
          <p:cNvSpPr/>
          <p:nvPr/>
        </p:nvSpPr>
        <p:spPr>
          <a:xfrm flipH="1" rot="-5400000">
            <a:off x="6647040" y="-27000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75" name="Google Shape;1175;p29"/>
          <p:cNvSpPr/>
          <p:nvPr/>
        </p:nvSpPr>
        <p:spPr>
          <a:xfrm rot="10800000">
            <a:off x="360" y="36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176" name="Google Shape;1176;p29"/>
          <p:cNvGrpSpPr/>
          <p:nvPr/>
        </p:nvGrpSpPr>
        <p:grpSpPr>
          <a:xfrm>
            <a:off x="-285015" y="-581447"/>
            <a:ext cx="1481610" cy="1372055"/>
            <a:chOff x="-285015" y="-581447"/>
            <a:chExt cx="1481610" cy="1372055"/>
          </a:xfrm>
        </p:grpSpPr>
        <p:sp>
          <p:nvSpPr>
            <p:cNvPr id="1177" name="Google Shape;1177;p29"/>
            <p:cNvSpPr/>
            <p:nvPr/>
          </p:nvSpPr>
          <p:spPr>
            <a:xfrm flipH="1" rot="-6423600">
              <a:off x="-73800" y="-507600"/>
              <a:ext cx="1059480" cy="122436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78" name="Google Shape;1178;p29"/>
            <p:cNvSpPr/>
            <p:nvPr/>
          </p:nvSpPr>
          <p:spPr>
            <a:xfrm flipH="1" rot="-6423600">
              <a:off x="-26280" y="-571680"/>
              <a:ext cx="757080" cy="109980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79" name="Google Shape;1179;p29"/>
            <p:cNvSpPr/>
            <p:nvPr/>
          </p:nvSpPr>
          <p:spPr>
            <a:xfrm flipH="1" rot="-6423600">
              <a:off x="7560" y="-618120"/>
              <a:ext cx="497160" cy="97956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80" name="Google Shape;1180;p29"/>
            <p:cNvSpPr/>
            <p:nvPr/>
          </p:nvSpPr>
          <p:spPr>
            <a:xfrm flipH="1" rot="-6423600">
              <a:off x="366840" y="-87120"/>
              <a:ext cx="444240" cy="22644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81" name="Google Shape;1181;p29"/>
            <p:cNvSpPr/>
            <p:nvPr/>
          </p:nvSpPr>
          <p:spPr>
            <a:xfrm flipH="1" rot="-6423600">
              <a:off x="418680" y="-133560"/>
              <a:ext cx="444240" cy="22644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82" name="Google Shape;1182;p29"/>
            <p:cNvSpPr/>
            <p:nvPr/>
          </p:nvSpPr>
          <p:spPr>
            <a:xfrm flipH="1" rot="-6423600">
              <a:off x="470520" y="-180000"/>
              <a:ext cx="444240" cy="22644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83" name="Google Shape;1183;p29"/>
            <p:cNvSpPr/>
            <p:nvPr/>
          </p:nvSpPr>
          <p:spPr>
            <a:xfrm flipH="1" rot="-6423600">
              <a:off x="191520" y="54720"/>
              <a:ext cx="369720" cy="32472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84" name="Google Shape;1184;p29"/>
            <p:cNvSpPr/>
            <p:nvPr/>
          </p:nvSpPr>
          <p:spPr>
            <a:xfrm flipH="1" rot="-6423600">
              <a:off x="262800" y="120240"/>
              <a:ext cx="282240" cy="13968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85" name="Google Shape;1185;p29"/>
            <p:cNvSpPr/>
            <p:nvPr/>
          </p:nvSpPr>
          <p:spPr>
            <a:xfrm flipH="1" rot="-6423600">
              <a:off x="270000" y="39960"/>
              <a:ext cx="146880" cy="27756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86" name="Google Shape;1186;p29"/>
            <p:cNvSpPr/>
            <p:nvPr/>
          </p:nvSpPr>
          <p:spPr>
            <a:xfrm flipH="1" rot="-6423600">
              <a:off x="208800" y="172080"/>
              <a:ext cx="282240" cy="13968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87" name="Google Shape;1187;p29"/>
            <p:cNvSpPr/>
            <p:nvPr/>
          </p:nvSpPr>
          <p:spPr>
            <a:xfrm flipH="1" rot="-6423600">
              <a:off x="336240" y="114120"/>
              <a:ext cx="146880" cy="27792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88" name="Google Shape;1188;p29"/>
            <p:cNvSpPr/>
            <p:nvPr/>
          </p:nvSpPr>
          <p:spPr>
            <a:xfrm flipH="1" rot="-6423600">
              <a:off x="304920" y="73080"/>
              <a:ext cx="143280" cy="28728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89" name="Google Shape;1189;p29"/>
            <p:cNvSpPr/>
            <p:nvPr/>
          </p:nvSpPr>
          <p:spPr>
            <a:xfrm flipH="1" rot="-6423600">
              <a:off x="232200" y="145080"/>
              <a:ext cx="287280" cy="14364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2000" lIns="91425" spcFirstLastPara="1" rIns="91425" wrap="square" tIns="72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90" name="Google Shape;1190;p29"/>
            <p:cNvSpPr/>
            <p:nvPr/>
          </p:nvSpPr>
          <p:spPr>
            <a:xfrm flipH="1" rot="-6423600">
              <a:off x="-238320" y="312480"/>
              <a:ext cx="600120" cy="26928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191" name="Google Shape;1191;p29"/>
          <p:cNvGrpSpPr/>
          <p:nvPr/>
        </p:nvGrpSpPr>
        <p:grpSpPr>
          <a:xfrm>
            <a:off x="-268861" y="4301707"/>
            <a:ext cx="1455286" cy="1505077"/>
            <a:chOff x="-268861" y="4301707"/>
            <a:chExt cx="1455286" cy="1505077"/>
          </a:xfrm>
        </p:grpSpPr>
        <p:sp>
          <p:nvSpPr>
            <p:cNvPr id="1192" name="Google Shape;1192;p29"/>
            <p:cNvSpPr/>
            <p:nvPr/>
          </p:nvSpPr>
          <p:spPr>
            <a:xfrm rot="6685800">
              <a:off x="28800" y="4647600"/>
              <a:ext cx="1005120" cy="101268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93" name="Google Shape;1193;p29"/>
            <p:cNvSpPr/>
            <p:nvPr/>
          </p:nvSpPr>
          <p:spPr>
            <a:xfrm rot="6685800">
              <a:off x="171000" y="4856040"/>
              <a:ext cx="1005120" cy="70740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94" name="Google Shape;1194;p29"/>
            <p:cNvSpPr/>
            <p:nvPr/>
          </p:nvSpPr>
          <p:spPr>
            <a:xfrm rot="6685800">
              <a:off x="825480" y="5145840"/>
              <a:ext cx="107640" cy="9720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48600" lIns="91425" spcFirstLastPara="1" rIns="91425" wrap="square" tIns="48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95" name="Google Shape;1195;p29"/>
            <p:cNvSpPr/>
            <p:nvPr/>
          </p:nvSpPr>
          <p:spPr>
            <a:xfrm rot="6685800">
              <a:off x="244440" y="4983120"/>
              <a:ext cx="413640" cy="44568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96" name="Google Shape;1196;p29"/>
            <p:cNvSpPr/>
            <p:nvPr/>
          </p:nvSpPr>
          <p:spPr>
            <a:xfrm rot="6685800">
              <a:off x="256680" y="5122440"/>
              <a:ext cx="330840" cy="35532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97" name="Google Shape;1197;p29"/>
            <p:cNvSpPr/>
            <p:nvPr/>
          </p:nvSpPr>
          <p:spPr>
            <a:xfrm rot="6685800">
              <a:off x="242280" y="5373360"/>
              <a:ext cx="109800" cy="11448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57225" lIns="91425" spcFirstLastPara="1" rIns="91425" wrap="square" tIns="57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98" name="Google Shape;1198;p29"/>
            <p:cNvSpPr/>
            <p:nvPr/>
          </p:nvSpPr>
          <p:spPr>
            <a:xfrm rot="6685800">
              <a:off x="386640" y="5317560"/>
              <a:ext cx="109800" cy="11448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57225" lIns="91425" spcFirstLastPara="1" rIns="91425" wrap="square" tIns="57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99" name="Google Shape;1199;p29"/>
            <p:cNvSpPr/>
            <p:nvPr/>
          </p:nvSpPr>
          <p:spPr>
            <a:xfrm rot="6685800">
              <a:off x="-245160" y="4538160"/>
              <a:ext cx="1014120" cy="7423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00" name="Google Shape;1200;p29"/>
            <p:cNvSpPr/>
            <p:nvPr/>
          </p:nvSpPr>
          <p:spPr>
            <a:xfrm rot="6685800">
              <a:off x="-159480" y="4663800"/>
              <a:ext cx="1014120" cy="55800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01" name="Google Shape;1201;p29"/>
            <p:cNvSpPr/>
            <p:nvPr/>
          </p:nvSpPr>
          <p:spPr>
            <a:xfrm rot="6685800">
              <a:off x="-262080" y="4712760"/>
              <a:ext cx="916560" cy="30168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02" name="Google Shape;1202;p29"/>
            <p:cNvSpPr/>
            <p:nvPr/>
          </p:nvSpPr>
          <p:spPr>
            <a:xfrm rot="6685800">
              <a:off x="-61920" y="4951800"/>
              <a:ext cx="561960" cy="16956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84950" lIns="91425" spcFirstLastPara="1" rIns="91425" wrap="square" tIns="84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03" name="Google Shape;1203;p29"/>
            <p:cNvSpPr/>
            <p:nvPr/>
          </p:nvSpPr>
          <p:spPr>
            <a:xfrm rot="6685800">
              <a:off x="25560" y="5060520"/>
              <a:ext cx="443160" cy="14148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70900" lIns="91425" spcFirstLastPara="1" rIns="91425" wrap="square" tIns="70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04" name="Google Shape;1204;p29"/>
            <p:cNvSpPr/>
            <p:nvPr/>
          </p:nvSpPr>
          <p:spPr>
            <a:xfrm rot="6685800">
              <a:off x="547200" y="4690440"/>
              <a:ext cx="106920" cy="9720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48600" lIns="91425" spcFirstLastPara="1" rIns="91425" wrap="square" tIns="48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205" name="Google Shape;1205;p29"/>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1206" name="Google Shape;1206;p29"/>
          <p:cNvGrpSpPr/>
          <p:nvPr/>
        </p:nvGrpSpPr>
        <p:grpSpPr>
          <a:xfrm>
            <a:off x="8291843" y="4300828"/>
            <a:ext cx="1424233" cy="1395545"/>
            <a:chOff x="8291843" y="4300828"/>
            <a:chExt cx="1424233" cy="1395545"/>
          </a:xfrm>
        </p:grpSpPr>
        <p:sp>
          <p:nvSpPr>
            <p:cNvPr id="1207" name="Google Shape;1207;p29"/>
            <p:cNvSpPr/>
            <p:nvPr/>
          </p:nvSpPr>
          <p:spPr>
            <a:xfrm flipH="1" rot="-9502800">
              <a:off x="8448120" y="4468320"/>
              <a:ext cx="1111680" cy="106056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08" name="Google Shape;1208;p29"/>
            <p:cNvSpPr/>
            <p:nvPr/>
          </p:nvSpPr>
          <p:spPr>
            <a:xfrm flipH="1" rot="-9502800">
              <a:off x="8488440" y="4526640"/>
              <a:ext cx="1030680" cy="94752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09" name="Google Shape;1209;p29"/>
            <p:cNvSpPr/>
            <p:nvPr/>
          </p:nvSpPr>
          <p:spPr>
            <a:xfrm flipH="1" rot="-9502800">
              <a:off x="8777520" y="4618800"/>
              <a:ext cx="446040" cy="76752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10" name="Google Shape;1210;p29"/>
            <p:cNvSpPr/>
            <p:nvPr/>
          </p:nvSpPr>
          <p:spPr>
            <a:xfrm flipH="1" rot="-9502800">
              <a:off x="8508600" y="4527360"/>
              <a:ext cx="1013400" cy="84060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11" name="Google Shape;1211;p29"/>
            <p:cNvSpPr/>
            <p:nvPr/>
          </p:nvSpPr>
          <p:spPr>
            <a:xfrm flipH="1" rot="-9502800">
              <a:off x="8687160" y="5035320"/>
              <a:ext cx="47160" cy="8136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12" name="Google Shape;1212;p29"/>
            <p:cNvSpPr/>
            <p:nvPr/>
          </p:nvSpPr>
          <p:spPr>
            <a:xfrm flipH="1" rot="-9502800">
              <a:off x="8729640" y="5027400"/>
              <a:ext cx="21600" cy="684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13" name="Google Shape;1213;p29"/>
            <p:cNvSpPr/>
            <p:nvPr/>
          </p:nvSpPr>
          <p:spPr>
            <a:xfrm flipH="1" rot="-9502800">
              <a:off x="9256680" y="5006880"/>
              <a:ext cx="47160" cy="8136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14" name="Google Shape;1214;p29"/>
            <p:cNvSpPr/>
            <p:nvPr/>
          </p:nvSpPr>
          <p:spPr>
            <a:xfrm flipH="1" rot="-9502800">
              <a:off x="9298800" y="4998960"/>
              <a:ext cx="21600" cy="684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15" name="Google Shape;1215;p29"/>
            <p:cNvSpPr/>
            <p:nvPr/>
          </p:nvSpPr>
          <p:spPr>
            <a:xfrm flipH="1" rot="-9502800">
              <a:off x="8798040" y="4547880"/>
              <a:ext cx="47160" cy="8136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16" name="Google Shape;1216;p29"/>
            <p:cNvSpPr/>
            <p:nvPr/>
          </p:nvSpPr>
          <p:spPr>
            <a:xfrm flipH="1" rot="-9502800">
              <a:off x="8840520" y="4539600"/>
              <a:ext cx="21600" cy="684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217" name="Google Shape;1217;p29"/>
          <p:cNvSpPr/>
          <p:nvPr/>
        </p:nvSpPr>
        <p:spPr>
          <a:xfrm>
            <a:off x="8032320" y="480996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18" name="Google Shape;1218;p29"/>
          <p:cNvSpPr/>
          <p:nvPr/>
        </p:nvSpPr>
        <p:spPr>
          <a:xfrm>
            <a:off x="273960" y="129492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19" name="Google Shape;1219;p29"/>
          <p:cNvSpPr/>
          <p:nvPr/>
        </p:nvSpPr>
        <p:spPr>
          <a:xfrm>
            <a:off x="7828560" y="13680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1220" name="Google Shape;1220;p29"/>
          <p:cNvGrpSpPr/>
          <p:nvPr/>
        </p:nvGrpSpPr>
        <p:grpSpPr>
          <a:xfrm>
            <a:off x="8181503" y="-386618"/>
            <a:ext cx="1272673" cy="1436110"/>
            <a:chOff x="8181503" y="-386618"/>
            <a:chExt cx="1272673" cy="1436110"/>
          </a:xfrm>
        </p:grpSpPr>
        <p:sp>
          <p:nvSpPr>
            <p:cNvPr id="1221" name="Google Shape;1221;p29"/>
            <p:cNvSpPr/>
            <p:nvPr/>
          </p:nvSpPr>
          <p:spPr>
            <a:xfrm flipH="1" rot="10021200">
              <a:off x="8251200" y="-268920"/>
              <a:ext cx="1133280" cy="74952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22" name="Google Shape;1222;p29"/>
            <p:cNvSpPr/>
            <p:nvPr/>
          </p:nvSpPr>
          <p:spPr>
            <a:xfrm flipH="1" rot="10021200">
              <a:off x="8251200" y="-268920"/>
              <a:ext cx="1133280" cy="74952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23" name="Google Shape;1223;p29"/>
            <p:cNvSpPr/>
            <p:nvPr/>
          </p:nvSpPr>
          <p:spPr>
            <a:xfrm flipH="1" rot="10021200">
              <a:off x="8275680" y="84240"/>
              <a:ext cx="1014840" cy="46224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24" name="Google Shape;1224;p29"/>
            <p:cNvSpPr/>
            <p:nvPr/>
          </p:nvSpPr>
          <p:spPr>
            <a:xfrm flipH="1" rot="10021200">
              <a:off x="8601120" y="114120"/>
              <a:ext cx="679680" cy="30312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25" name="Google Shape;1225;p29"/>
            <p:cNvSpPr/>
            <p:nvPr/>
          </p:nvSpPr>
          <p:spPr>
            <a:xfrm flipH="1" rot="10021200">
              <a:off x="8608680" y="62640"/>
              <a:ext cx="627840" cy="28188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26" name="Google Shape;1226;p29"/>
            <p:cNvSpPr/>
            <p:nvPr/>
          </p:nvSpPr>
          <p:spPr>
            <a:xfrm flipH="1" rot="10021200">
              <a:off x="8616240" y="12240"/>
              <a:ext cx="581040" cy="26244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27" name="Google Shape;1227;p29"/>
            <p:cNvSpPr/>
            <p:nvPr/>
          </p:nvSpPr>
          <p:spPr>
            <a:xfrm flipH="1" rot="10021200">
              <a:off x="8631720" y="-99720"/>
              <a:ext cx="344880" cy="16560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82800" lIns="91425" spcFirstLastPara="1" rIns="91425" wrap="square" tIns="82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28" name="Google Shape;1228;p29"/>
            <p:cNvSpPr/>
            <p:nvPr/>
          </p:nvSpPr>
          <p:spPr>
            <a:xfrm flipH="1" rot="10021200">
              <a:off x="9010080" y="-10440"/>
              <a:ext cx="136800" cy="7956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39950" lIns="91425" spcFirstLastPara="1" rIns="91425" wrap="square" tIns="39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29" name="Google Shape;1229;p29"/>
            <p:cNvSpPr/>
            <p:nvPr/>
          </p:nvSpPr>
          <p:spPr>
            <a:xfrm flipH="1" rot="10021200">
              <a:off x="8624880" y="-56520"/>
              <a:ext cx="344880" cy="16560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82800" lIns="91425" spcFirstLastPara="1" rIns="91425" wrap="square" tIns="82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30" name="Google Shape;1230;p29"/>
            <p:cNvSpPr/>
            <p:nvPr/>
          </p:nvSpPr>
          <p:spPr>
            <a:xfrm flipH="1" rot="10021200">
              <a:off x="8302320" y="45720"/>
              <a:ext cx="223920" cy="11520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57600" lIns="91425" spcFirstLastPara="1" rIns="91425" wrap="square" tIns="57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31" name="Google Shape;1231;p29"/>
            <p:cNvSpPr/>
            <p:nvPr/>
          </p:nvSpPr>
          <p:spPr>
            <a:xfrm flipH="1" rot="10021200">
              <a:off x="8295120" y="88920"/>
              <a:ext cx="223920" cy="11520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57600" lIns="91425" spcFirstLastPara="1" rIns="91425" wrap="square" tIns="57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32" name="Google Shape;1232;p29"/>
            <p:cNvSpPr/>
            <p:nvPr/>
          </p:nvSpPr>
          <p:spPr>
            <a:xfrm flipH="1" rot="10021200">
              <a:off x="9189360" y="34920"/>
              <a:ext cx="124920" cy="12744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63700" lIns="91425" spcFirstLastPara="1" rIns="91425" wrap="square" tIns="63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33" name="Google Shape;1233;p29"/>
            <p:cNvSpPr/>
            <p:nvPr/>
          </p:nvSpPr>
          <p:spPr>
            <a:xfrm flipH="1" rot="10021200">
              <a:off x="9286560" y="94320"/>
              <a:ext cx="7920" cy="68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34" name="Google Shape;1234;p29"/>
            <p:cNvSpPr/>
            <p:nvPr/>
          </p:nvSpPr>
          <p:spPr>
            <a:xfrm flipH="1" rot="10021200">
              <a:off x="9292320" y="75600"/>
              <a:ext cx="7560" cy="68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35" name="Google Shape;1235;p29"/>
            <p:cNvSpPr/>
            <p:nvPr/>
          </p:nvSpPr>
          <p:spPr>
            <a:xfrm flipH="1" rot="10021200">
              <a:off x="9243000" y="127440"/>
              <a:ext cx="5760" cy="576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2875" lIns="91425" spcFirstLastPara="1" rIns="91425" wrap="square" tIns="2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36" name="Google Shape;1236;p29"/>
            <p:cNvSpPr/>
            <p:nvPr/>
          </p:nvSpPr>
          <p:spPr>
            <a:xfrm flipH="1" rot="10021200">
              <a:off x="9223560" y="130680"/>
              <a:ext cx="5760" cy="576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2875" lIns="91425" spcFirstLastPara="1" rIns="91425" wrap="square" tIns="2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37" name="Google Shape;1237;p29"/>
            <p:cNvSpPr/>
            <p:nvPr/>
          </p:nvSpPr>
          <p:spPr>
            <a:xfrm flipH="1" rot="10021200">
              <a:off x="8335080" y="-115200"/>
              <a:ext cx="198720" cy="19872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38" name="Google Shape;1238;p29"/>
            <p:cNvSpPr/>
            <p:nvPr/>
          </p:nvSpPr>
          <p:spPr>
            <a:xfrm flipH="1" rot="10021200">
              <a:off x="8346240" y="-154080"/>
              <a:ext cx="966240" cy="106308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39" name="Google Shape;1239;p29"/>
            <p:cNvSpPr/>
            <p:nvPr/>
          </p:nvSpPr>
          <p:spPr>
            <a:xfrm flipH="1" rot="10021200">
              <a:off x="8334360" y="95040"/>
              <a:ext cx="726480" cy="88416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40" name="Google Shape;1240;p29"/>
            <p:cNvSpPr/>
            <p:nvPr/>
          </p:nvSpPr>
          <p:spPr>
            <a:xfrm flipH="1" rot="10021200">
              <a:off x="8620920" y="287280"/>
              <a:ext cx="482040" cy="57744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41" name="Google Shape;1241;p29"/>
            <p:cNvSpPr/>
            <p:nvPr/>
          </p:nvSpPr>
          <p:spPr>
            <a:xfrm flipH="1" rot="10021200">
              <a:off x="8651520" y="245880"/>
              <a:ext cx="446760" cy="53424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42" name="Google Shape;1242;p29"/>
            <p:cNvSpPr/>
            <p:nvPr/>
          </p:nvSpPr>
          <p:spPr>
            <a:xfrm flipH="1" rot="10021200">
              <a:off x="8682120" y="205200"/>
              <a:ext cx="414720" cy="49464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43" name="Google Shape;1243;p29"/>
            <p:cNvSpPr/>
            <p:nvPr/>
          </p:nvSpPr>
          <p:spPr>
            <a:xfrm flipH="1" rot="10021200">
              <a:off x="8748720" y="114120"/>
              <a:ext cx="252360" cy="29808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44" name="Google Shape;1244;p29"/>
            <p:cNvSpPr/>
            <p:nvPr/>
          </p:nvSpPr>
          <p:spPr>
            <a:xfrm flipH="1" rot="10021200">
              <a:off x="9040680" y="369720"/>
              <a:ext cx="109440" cy="12384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61900" lIns="91425" spcFirstLastPara="1" rIns="91425" wrap="square" tIns="61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45" name="Google Shape;1245;p29"/>
            <p:cNvSpPr/>
            <p:nvPr/>
          </p:nvSpPr>
          <p:spPr>
            <a:xfrm flipH="1" rot="10021200">
              <a:off x="8722440" y="148680"/>
              <a:ext cx="252360" cy="29808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46" name="Google Shape;1246;p29"/>
            <p:cNvSpPr/>
            <p:nvPr/>
          </p:nvSpPr>
          <p:spPr>
            <a:xfrm flipH="1" rot="10021200">
              <a:off x="8390160" y="86040"/>
              <a:ext cx="168840" cy="19656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47" name="Google Shape;1247;p29"/>
            <p:cNvSpPr/>
            <p:nvPr/>
          </p:nvSpPr>
          <p:spPr>
            <a:xfrm flipH="1" rot="10021200">
              <a:off x="8363520" y="120600"/>
              <a:ext cx="168840" cy="19656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48" name="Google Shape;1248;p29"/>
            <p:cNvSpPr/>
            <p:nvPr/>
          </p:nvSpPr>
          <p:spPr>
            <a:xfrm flipH="1" rot="10021200">
              <a:off x="9151920" y="516240"/>
              <a:ext cx="138600" cy="13284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66600" lIns="91425" spcFirstLastPara="1" rIns="91425" wrap="square" tIns="66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49" name="Google Shape;1249;p29"/>
            <p:cNvSpPr/>
            <p:nvPr/>
          </p:nvSpPr>
          <p:spPr>
            <a:xfrm flipH="1" rot="10021200">
              <a:off x="9245520" y="589680"/>
              <a:ext cx="7560" cy="68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50" name="Google Shape;1250;p29"/>
            <p:cNvSpPr/>
            <p:nvPr/>
          </p:nvSpPr>
          <p:spPr>
            <a:xfrm flipH="1" rot="10021200">
              <a:off x="9259560" y="576000"/>
              <a:ext cx="7560" cy="68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51" name="Google Shape;1251;p29"/>
            <p:cNvSpPr/>
            <p:nvPr/>
          </p:nvSpPr>
          <p:spPr>
            <a:xfrm flipH="1" rot="10021200">
              <a:off x="9190800" y="598320"/>
              <a:ext cx="7560" cy="68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52" name="Google Shape;1252;p29"/>
            <p:cNvSpPr/>
            <p:nvPr/>
          </p:nvSpPr>
          <p:spPr>
            <a:xfrm flipH="1" rot="10021200">
              <a:off x="9172080" y="591840"/>
              <a:ext cx="7560" cy="68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53" name="Google Shape;1253;p29"/>
            <p:cNvSpPr/>
            <p:nvPr/>
          </p:nvSpPr>
          <p:spPr>
            <a:xfrm flipH="1" rot="10021200">
              <a:off x="8441640" y="-18720"/>
              <a:ext cx="214560" cy="21456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54" name="Google Shape;1254;p29"/>
            <p:cNvSpPr/>
            <p:nvPr/>
          </p:nvSpPr>
          <p:spPr>
            <a:xfrm flipH="1" rot="10021200">
              <a:off x="8334360" y="95040"/>
              <a:ext cx="726480" cy="88416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255" name="Google Shape;1255;p29"/>
          <p:cNvSpPr/>
          <p:nvPr/>
        </p:nvSpPr>
        <p:spPr>
          <a:xfrm flipH="1">
            <a:off x="1901880" y="-635760"/>
            <a:ext cx="2430000" cy="108036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56" name="Google Shape;1256;p29"/>
          <p:cNvSpPr/>
          <p:nvPr/>
        </p:nvSpPr>
        <p:spPr>
          <a:xfrm rot="10800000">
            <a:off x="4871520" y="4655160"/>
            <a:ext cx="2430000" cy="108036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257" name="Google Shape;1257;p29"/>
          <p:cNvGrpSpPr/>
          <p:nvPr/>
        </p:nvGrpSpPr>
        <p:grpSpPr>
          <a:xfrm>
            <a:off x="8691120" y="1122480"/>
            <a:ext cx="261720" cy="531000"/>
            <a:chOff x="8691120" y="1122480"/>
            <a:chExt cx="261720" cy="531000"/>
          </a:xfrm>
        </p:grpSpPr>
        <p:sp>
          <p:nvSpPr>
            <p:cNvPr id="1258" name="Google Shape;1258;p29"/>
            <p:cNvSpPr/>
            <p:nvPr/>
          </p:nvSpPr>
          <p:spPr>
            <a:xfrm>
              <a:off x="8691120" y="112248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59" name="Google Shape;1259;p29"/>
            <p:cNvSpPr/>
            <p:nvPr/>
          </p:nvSpPr>
          <p:spPr>
            <a:xfrm>
              <a:off x="8763480" y="161748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60" name="Google Shape;1260;p29"/>
            <p:cNvSpPr/>
            <p:nvPr/>
          </p:nvSpPr>
          <p:spPr>
            <a:xfrm>
              <a:off x="8811720" y="112248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261" name="Google Shape;1261;p29"/>
          <p:cNvGrpSpPr/>
          <p:nvPr/>
        </p:nvGrpSpPr>
        <p:grpSpPr>
          <a:xfrm>
            <a:off x="166320" y="3483720"/>
            <a:ext cx="261720" cy="531000"/>
            <a:chOff x="166320" y="3483720"/>
            <a:chExt cx="261720" cy="531000"/>
          </a:xfrm>
        </p:grpSpPr>
        <p:sp>
          <p:nvSpPr>
            <p:cNvPr id="1262" name="Google Shape;1262;p29"/>
            <p:cNvSpPr/>
            <p:nvPr/>
          </p:nvSpPr>
          <p:spPr>
            <a:xfrm>
              <a:off x="166320" y="348372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63" name="Google Shape;1263;p29"/>
            <p:cNvSpPr/>
            <p:nvPr/>
          </p:nvSpPr>
          <p:spPr>
            <a:xfrm>
              <a:off x="238680" y="397872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64" name="Google Shape;1264;p29"/>
            <p:cNvSpPr/>
            <p:nvPr/>
          </p:nvSpPr>
          <p:spPr>
            <a:xfrm>
              <a:off x="286920" y="348372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7_1">
  <p:cSld name="CUSTOM_7_1">
    <p:bg>
      <p:bgPr>
        <a:solidFill>
          <a:schemeClr val="accent4"/>
        </a:solidFill>
      </p:bgPr>
    </p:bg>
    <p:spTree>
      <p:nvGrpSpPr>
        <p:cNvPr id="1265" name="Shape 1265"/>
        <p:cNvGrpSpPr/>
        <p:nvPr/>
      </p:nvGrpSpPr>
      <p:grpSpPr>
        <a:xfrm>
          <a:off x="0" y="0"/>
          <a:ext cx="0" cy="0"/>
          <a:chOff x="0" y="0"/>
          <a:chExt cx="0" cy="0"/>
        </a:xfrm>
      </p:grpSpPr>
      <p:sp>
        <p:nvSpPr>
          <p:cNvPr id="1266" name="Google Shape;1266;p30"/>
          <p:cNvSpPr/>
          <p:nvPr/>
        </p:nvSpPr>
        <p:spPr>
          <a:xfrm>
            <a:off x="1505520" y="0"/>
            <a:ext cx="1816200" cy="57240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67" name="Google Shape;1267;p30"/>
          <p:cNvSpPr/>
          <p:nvPr/>
        </p:nvSpPr>
        <p:spPr>
          <a:xfrm rot="10800000">
            <a:off x="5822280" y="4571280"/>
            <a:ext cx="1816200" cy="57240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68" name="Google Shape;1268;p30"/>
          <p:cNvSpPr/>
          <p:nvPr/>
        </p:nvSpPr>
        <p:spPr>
          <a:xfrm flipH="1" rot="5400000">
            <a:off x="270000" y="264636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69" name="Google Shape;1269;p30"/>
          <p:cNvSpPr/>
          <p:nvPr/>
        </p:nvSpPr>
        <p:spPr>
          <a:xfrm flipH="1" rot="10800000">
            <a:off x="6527520" y="36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70" name="Google Shape;1270;p30"/>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1271" name="Google Shape;1271;p30"/>
          <p:cNvGrpSpPr/>
          <p:nvPr/>
        </p:nvGrpSpPr>
        <p:grpSpPr>
          <a:xfrm>
            <a:off x="-285015" y="4246745"/>
            <a:ext cx="1481438" cy="1371949"/>
            <a:chOff x="-285015" y="4246745"/>
            <a:chExt cx="1481438" cy="1371949"/>
          </a:xfrm>
        </p:grpSpPr>
        <p:sp>
          <p:nvSpPr>
            <p:cNvPr id="1272" name="Google Shape;1272;p30"/>
            <p:cNvSpPr/>
            <p:nvPr/>
          </p:nvSpPr>
          <p:spPr>
            <a:xfrm rot="-4376400">
              <a:off x="-73800" y="4320720"/>
              <a:ext cx="1059480" cy="122400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73" name="Google Shape;1273;p30"/>
            <p:cNvSpPr/>
            <p:nvPr/>
          </p:nvSpPr>
          <p:spPr>
            <a:xfrm rot="-4376400">
              <a:off x="-26280" y="4509360"/>
              <a:ext cx="756720" cy="109980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74" name="Google Shape;1274;p30"/>
            <p:cNvSpPr/>
            <p:nvPr/>
          </p:nvSpPr>
          <p:spPr>
            <a:xfrm rot="-4376400">
              <a:off x="7560" y="4676040"/>
              <a:ext cx="497160" cy="97956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75" name="Google Shape;1275;p30"/>
            <p:cNvSpPr/>
            <p:nvPr/>
          </p:nvSpPr>
          <p:spPr>
            <a:xfrm rot="-4376400">
              <a:off x="366840" y="4898520"/>
              <a:ext cx="444240" cy="22644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76" name="Google Shape;1276;p30"/>
            <p:cNvSpPr/>
            <p:nvPr/>
          </p:nvSpPr>
          <p:spPr>
            <a:xfrm rot="-4376400">
              <a:off x="418680" y="4945320"/>
              <a:ext cx="444240" cy="22644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77" name="Google Shape;1277;p30"/>
            <p:cNvSpPr/>
            <p:nvPr/>
          </p:nvSpPr>
          <p:spPr>
            <a:xfrm rot="-4376400">
              <a:off x="470520" y="4991760"/>
              <a:ext cx="444240" cy="22644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78" name="Google Shape;1278;p30"/>
            <p:cNvSpPr/>
            <p:nvPr/>
          </p:nvSpPr>
          <p:spPr>
            <a:xfrm rot="-4376400">
              <a:off x="191160" y="4658400"/>
              <a:ext cx="369720" cy="32436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79" name="Google Shape;1279;p30"/>
            <p:cNvSpPr/>
            <p:nvPr/>
          </p:nvSpPr>
          <p:spPr>
            <a:xfrm rot="-4376400">
              <a:off x="262800" y="4777200"/>
              <a:ext cx="281880" cy="13968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80" name="Google Shape;1280;p30"/>
            <p:cNvSpPr/>
            <p:nvPr/>
          </p:nvSpPr>
          <p:spPr>
            <a:xfrm rot="-4376400">
              <a:off x="270000" y="4719600"/>
              <a:ext cx="146880" cy="27756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81" name="Google Shape;1281;p30"/>
            <p:cNvSpPr/>
            <p:nvPr/>
          </p:nvSpPr>
          <p:spPr>
            <a:xfrm rot="-4376400">
              <a:off x="208800" y="4725360"/>
              <a:ext cx="281880" cy="13968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82" name="Google Shape;1282;p30"/>
            <p:cNvSpPr/>
            <p:nvPr/>
          </p:nvSpPr>
          <p:spPr>
            <a:xfrm rot="-4376400">
              <a:off x="336240" y="4645440"/>
              <a:ext cx="146880" cy="27792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83" name="Google Shape;1283;p30"/>
            <p:cNvSpPr/>
            <p:nvPr/>
          </p:nvSpPr>
          <p:spPr>
            <a:xfrm rot="-4376400">
              <a:off x="304920" y="4677120"/>
              <a:ext cx="143280" cy="28728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84" name="Google Shape;1284;p30"/>
            <p:cNvSpPr/>
            <p:nvPr/>
          </p:nvSpPr>
          <p:spPr>
            <a:xfrm rot="-4376400">
              <a:off x="232200" y="4749120"/>
              <a:ext cx="287280" cy="14328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1625" lIns="91425" spcFirstLastPara="1" rIns="91425" wrap="square" tIns="71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85" name="Google Shape;1285;p30"/>
            <p:cNvSpPr/>
            <p:nvPr/>
          </p:nvSpPr>
          <p:spPr>
            <a:xfrm rot="-4376400">
              <a:off x="-238320" y="4455000"/>
              <a:ext cx="600120" cy="26928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286" name="Google Shape;1286;p30"/>
          <p:cNvGrpSpPr/>
          <p:nvPr/>
        </p:nvGrpSpPr>
        <p:grpSpPr>
          <a:xfrm>
            <a:off x="-314677" y="-580772"/>
            <a:ext cx="1424233" cy="1395545"/>
            <a:chOff x="-314677" y="-580772"/>
            <a:chExt cx="1424233" cy="1395545"/>
          </a:xfrm>
        </p:grpSpPr>
        <p:sp>
          <p:nvSpPr>
            <p:cNvPr id="1287" name="Google Shape;1287;p30"/>
            <p:cNvSpPr/>
            <p:nvPr/>
          </p:nvSpPr>
          <p:spPr>
            <a:xfrm rot="-1297200">
              <a:off x="-158400" y="-413280"/>
              <a:ext cx="1111680" cy="106056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88" name="Google Shape;1288;p30"/>
            <p:cNvSpPr/>
            <p:nvPr/>
          </p:nvSpPr>
          <p:spPr>
            <a:xfrm rot="-1297200">
              <a:off x="-118440" y="-357840"/>
              <a:ext cx="1030680" cy="94752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89" name="Google Shape;1289;p30"/>
            <p:cNvSpPr/>
            <p:nvPr/>
          </p:nvSpPr>
          <p:spPr>
            <a:xfrm rot="-1297200">
              <a:off x="170280" y="-270720"/>
              <a:ext cx="446040" cy="76716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90" name="Google Shape;1290;p30"/>
            <p:cNvSpPr/>
            <p:nvPr/>
          </p:nvSpPr>
          <p:spPr>
            <a:xfrm rot="-1297200">
              <a:off x="-98280" y="-251280"/>
              <a:ext cx="1013400" cy="84060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91" name="Google Shape;1291;p30"/>
            <p:cNvSpPr/>
            <p:nvPr/>
          </p:nvSpPr>
          <p:spPr>
            <a:xfrm rot="-1297200">
              <a:off x="80280" y="-360"/>
              <a:ext cx="47160" cy="8136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92" name="Google Shape;1292;p30"/>
            <p:cNvSpPr/>
            <p:nvPr/>
          </p:nvSpPr>
          <p:spPr>
            <a:xfrm rot="-1297200">
              <a:off x="122400" y="81720"/>
              <a:ext cx="21600" cy="720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93" name="Google Shape;1293;p30"/>
            <p:cNvSpPr/>
            <p:nvPr/>
          </p:nvSpPr>
          <p:spPr>
            <a:xfrm rot="-1297200">
              <a:off x="649800" y="28080"/>
              <a:ext cx="47160" cy="8136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94" name="Google Shape;1294;p30"/>
            <p:cNvSpPr/>
            <p:nvPr/>
          </p:nvSpPr>
          <p:spPr>
            <a:xfrm rot="-1297200">
              <a:off x="691560" y="110520"/>
              <a:ext cx="21600" cy="720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95" name="Google Shape;1295;p30"/>
            <p:cNvSpPr/>
            <p:nvPr/>
          </p:nvSpPr>
          <p:spPr>
            <a:xfrm rot="-1297200">
              <a:off x="191520" y="487080"/>
              <a:ext cx="47160" cy="8136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96" name="Google Shape;1296;p30"/>
            <p:cNvSpPr/>
            <p:nvPr/>
          </p:nvSpPr>
          <p:spPr>
            <a:xfrm rot="-1297200">
              <a:off x="233280" y="569520"/>
              <a:ext cx="21600" cy="720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297" name="Google Shape;1297;p30"/>
          <p:cNvGrpSpPr/>
          <p:nvPr/>
        </p:nvGrpSpPr>
        <p:grpSpPr>
          <a:xfrm>
            <a:off x="8091032" y="4300959"/>
            <a:ext cx="1456168" cy="1505371"/>
            <a:chOff x="8091032" y="4300959"/>
            <a:chExt cx="1456168" cy="1505371"/>
          </a:xfrm>
        </p:grpSpPr>
        <p:sp>
          <p:nvSpPr>
            <p:cNvPr id="1298" name="Google Shape;1298;p30"/>
            <p:cNvSpPr/>
            <p:nvPr/>
          </p:nvSpPr>
          <p:spPr>
            <a:xfrm flipH="1" rot="-6686400">
              <a:off x="8243640" y="4646880"/>
              <a:ext cx="1005120" cy="101304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99" name="Google Shape;1299;p30"/>
            <p:cNvSpPr/>
            <p:nvPr/>
          </p:nvSpPr>
          <p:spPr>
            <a:xfrm flipH="1" rot="-6686400">
              <a:off x="8101440" y="4855320"/>
              <a:ext cx="1005120" cy="70740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00" name="Google Shape;1300;p30"/>
            <p:cNvSpPr/>
            <p:nvPr/>
          </p:nvSpPr>
          <p:spPr>
            <a:xfrm flipH="1" rot="-6686400">
              <a:off x="8344800" y="5145840"/>
              <a:ext cx="107640" cy="9720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48600" lIns="91425" spcFirstLastPara="1" rIns="91425" wrap="square" tIns="48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01" name="Google Shape;1301;p30"/>
            <p:cNvSpPr/>
            <p:nvPr/>
          </p:nvSpPr>
          <p:spPr>
            <a:xfrm flipH="1" rot="-6686400">
              <a:off x="8619840" y="4983480"/>
              <a:ext cx="413640" cy="44568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02" name="Google Shape;1302;p30"/>
            <p:cNvSpPr/>
            <p:nvPr/>
          </p:nvSpPr>
          <p:spPr>
            <a:xfrm flipH="1" rot="-6686400">
              <a:off x="8690400" y="5122800"/>
              <a:ext cx="330840" cy="35532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03" name="Google Shape;1303;p30"/>
            <p:cNvSpPr/>
            <p:nvPr/>
          </p:nvSpPr>
          <p:spPr>
            <a:xfrm flipH="1" rot="-6686400">
              <a:off x="8925840" y="5373360"/>
              <a:ext cx="109800" cy="11448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57225" lIns="91425" spcFirstLastPara="1" rIns="91425" wrap="square" tIns="57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04" name="Google Shape;1304;p30"/>
            <p:cNvSpPr/>
            <p:nvPr/>
          </p:nvSpPr>
          <p:spPr>
            <a:xfrm flipH="1" rot="-6686400">
              <a:off x="8781120" y="5317560"/>
              <a:ext cx="109800" cy="11448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57225" lIns="91425" spcFirstLastPara="1" rIns="91425" wrap="square" tIns="57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05" name="Google Shape;1305;p30"/>
            <p:cNvSpPr/>
            <p:nvPr/>
          </p:nvSpPr>
          <p:spPr>
            <a:xfrm flipH="1" rot="-6686400">
              <a:off x="8509320" y="4537440"/>
              <a:ext cx="1014120" cy="7423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06" name="Google Shape;1306;p30"/>
            <p:cNvSpPr/>
            <p:nvPr/>
          </p:nvSpPr>
          <p:spPr>
            <a:xfrm flipH="1" rot="-6686400">
              <a:off x="8423640" y="4663800"/>
              <a:ext cx="1014120" cy="55800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07" name="Google Shape;1307;p30"/>
            <p:cNvSpPr/>
            <p:nvPr/>
          </p:nvSpPr>
          <p:spPr>
            <a:xfrm flipH="1" rot="-6686400">
              <a:off x="8623800" y="4713480"/>
              <a:ext cx="916560" cy="30168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08" name="Google Shape;1308;p30"/>
            <p:cNvSpPr/>
            <p:nvPr/>
          </p:nvSpPr>
          <p:spPr>
            <a:xfrm flipH="1" rot="-6686400">
              <a:off x="8778240" y="4951440"/>
              <a:ext cx="561960" cy="16956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84950" lIns="91425" spcFirstLastPara="1" rIns="91425" wrap="square" tIns="84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09" name="Google Shape;1309;p30"/>
            <p:cNvSpPr/>
            <p:nvPr/>
          </p:nvSpPr>
          <p:spPr>
            <a:xfrm flipH="1" rot="-6686400">
              <a:off x="8809200" y="5060520"/>
              <a:ext cx="443160" cy="14148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70900" lIns="91425" spcFirstLastPara="1" rIns="91425" wrap="square" tIns="70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10" name="Google Shape;1310;p30"/>
            <p:cNvSpPr/>
            <p:nvPr/>
          </p:nvSpPr>
          <p:spPr>
            <a:xfrm flipH="1" rot="-6686400">
              <a:off x="8623800" y="4690080"/>
              <a:ext cx="106920" cy="9684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48600" lIns="91425" spcFirstLastPara="1" rIns="91425" wrap="square" tIns="48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311" name="Google Shape;1311;p30"/>
          <p:cNvGrpSpPr/>
          <p:nvPr/>
        </p:nvGrpSpPr>
        <p:grpSpPr>
          <a:xfrm>
            <a:off x="8424000" y="-370800"/>
            <a:ext cx="972720" cy="899640"/>
            <a:chOff x="8424000" y="-370800"/>
            <a:chExt cx="972720" cy="899640"/>
          </a:xfrm>
        </p:grpSpPr>
        <p:sp>
          <p:nvSpPr>
            <p:cNvPr id="1312" name="Google Shape;1312;p30"/>
            <p:cNvSpPr/>
            <p:nvPr/>
          </p:nvSpPr>
          <p:spPr>
            <a:xfrm>
              <a:off x="8424000" y="-370800"/>
              <a:ext cx="972720" cy="89964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13" name="Google Shape;1313;p30"/>
            <p:cNvSpPr/>
            <p:nvPr/>
          </p:nvSpPr>
          <p:spPr>
            <a:xfrm>
              <a:off x="8560080" y="-111960"/>
              <a:ext cx="737640" cy="56952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14" name="Google Shape;1314;p30"/>
            <p:cNvSpPr/>
            <p:nvPr/>
          </p:nvSpPr>
          <p:spPr>
            <a:xfrm>
              <a:off x="8548920" y="-258480"/>
              <a:ext cx="666000" cy="55512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15" name="Google Shape;1315;p30"/>
            <p:cNvSpPr/>
            <p:nvPr/>
          </p:nvSpPr>
          <p:spPr>
            <a:xfrm>
              <a:off x="8869680" y="-79920"/>
              <a:ext cx="139680" cy="21132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16" name="Google Shape;1316;p30"/>
            <p:cNvSpPr/>
            <p:nvPr/>
          </p:nvSpPr>
          <p:spPr>
            <a:xfrm>
              <a:off x="8870400" y="93960"/>
              <a:ext cx="70920" cy="23904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17" name="Google Shape;1317;p30"/>
            <p:cNvSpPr/>
            <p:nvPr/>
          </p:nvSpPr>
          <p:spPr>
            <a:xfrm>
              <a:off x="8883360" y="105840"/>
              <a:ext cx="15120" cy="1332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6825" lIns="91425" spcFirstLastPara="1" rIns="91425" wrap="square" tIns="6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18" name="Google Shape;1318;p30"/>
            <p:cNvSpPr/>
            <p:nvPr/>
          </p:nvSpPr>
          <p:spPr>
            <a:xfrm>
              <a:off x="8560080" y="-111960"/>
              <a:ext cx="737640" cy="56952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19" name="Google Shape;1319;p30"/>
            <p:cNvSpPr/>
            <p:nvPr/>
          </p:nvSpPr>
          <p:spPr>
            <a:xfrm>
              <a:off x="8579880" y="-226440"/>
              <a:ext cx="683280" cy="65196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320" name="Google Shape;1320;p30"/>
          <p:cNvSpPr/>
          <p:nvPr/>
        </p:nvSpPr>
        <p:spPr>
          <a:xfrm rot="10800000">
            <a:off x="153360" y="119772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21" name="Google Shape;1321;p30"/>
          <p:cNvSpPr/>
          <p:nvPr/>
        </p:nvSpPr>
        <p:spPr>
          <a:xfrm rot="10800000">
            <a:off x="1674000" y="16848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22" name="Google Shape;1322;p30"/>
          <p:cNvSpPr/>
          <p:nvPr/>
        </p:nvSpPr>
        <p:spPr>
          <a:xfrm rot="10800000">
            <a:off x="8762760" y="400464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23" name="Google Shape;1323;p30"/>
          <p:cNvSpPr/>
          <p:nvPr/>
        </p:nvSpPr>
        <p:spPr>
          <a:xfrm rot="10800000">
            <a:off x="6527520" y="484092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24" name="Google Shape;1324;p30"/>
          <p:cNvSpPr/>
          <p:nvPr/>
        </p:nvSpPr>
        <p:spPr>
          <a:xfrm flipH="1" rot="2029800">
            <a:off x="5072400" y="-643680"/>
            <a:ext cx="1963800" cy="11793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25" name="Google Shape;1325;p30"/>
          <p:cNvSpPr/>
          <p:nvPr/>
        </p:nvSpPr>
        <p:spPr>
          <a:xfrm rot="8770200">
            <a:off x="1359000" y="4638240"/>
            <a:ext cx="1963800" cy="11793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326" name="Google Shape;1326;p30"/>
          <p:cNvGrpSpPr/>
          <p:nvPr/>
        </p:nvGrpSpPr>
        <p:grpSpPr>
          <a:xfrm>
            <a:off x="8687160" y="752040"/>
            <a:ext cx="261720" cy="531000"/>
            <a:chOff x="8687160" y="752040"/>
            <a:chExt cx="261720" cy="531000"/>
          </a:xfrm>
        </p:grpSpPr>
        <p:sp>
          <p:nvSpPr>
            <p:cNvPr id="1327" name="Google Shape;1327;p30"/>
            <p:cNvSpPr/>
            <p:nvPr/>
          </p:nvSpPr>
          <p:spPr>
            <a:xfrm>
              <a:off x="8687160" y="75204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28" name="Google Shape;1328;p30"/>
            <p:cNvSpPr/>
            <p:nvPr/>
          </p:nvSpPr>
          <p:spPr>
            <a:xfrm>
              <a:off x="8759160" y="124704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29" name="Google Shape;1329;p30"/>
            <p:cNvSpPr/>
            <p:nvPr/>
          </p:nvSpPr>
          <p:spPr>
            <a:xfrm>
              <a:off x="8807760" y="75204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330" name="Google Shape;1330;p30"/>
          <p:cNvGrpSpPr/>
          <p:nvPr/>
        </p:nvGrpSpPr>
        <p:grpSpPr>
          <a:xfrm>
            <a:off x="195480" y="3522600"/>
            <a:ext cx="261720" cy="531360"/>
            <a:chOff x="195480" y="3522600"/>
            <a:chExt cx="261720" cy="531360"/>
          </a:xfrm>
        </p:grpSpPr>
        <p:sp>
          <p:nvSpPr>
            <p:cNvPr id="1331" name="Google Shape;1331;p30"/>
            <p:cNvSpPr/>
            <p:nvPr/>
          </p:nvSpPr>
          <p:spPr>
            <a:xfrm>
              <a:off x="195480" y="352260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32" name="Google Shape;1332;p30"/>
            <p:cNvSpPr/>
            <p:nvPr/>
          </p:nvSpPr>
          <p:spPr>
            <a:xfrm>
              <a:off x="267840" y="401796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33" name="Google Shape;1333;p30"/>
            <p:cNvSpPr/>
            <p:nvPr/>
          </p:nvSpPr>
          <p:spPr>
            <a:xfrm>
              <a:off x="316080" y="352260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8">
  <p:cSld name="CUSTOM_8">
    <p:bg>
      <p:bgPr>
        <a:solidFill>
          <a:schemeClr val="accent4"/>
        </a:solidFill>
      </p:bgPr>
    </p:bg>
    <p:spTree>
      <p:nvGrpSpPr>
        <p:cNvPr id="1334" name="Shape 1334"/>
        <p:cNvGrpSpPr/>
        <p:nvPr/>
      </p:nvGrpSpPr>
      <p:grpSpPr>
        <a:xfrm>
          <a:off x="0" y="0"/>
          <a:ext cx="0" cy="0"/>
          <a:chOff x="0" y="0"/>
          <a:chExt cx="0" cy="0"/>
        </a:xfrm>
      </p:grpSpPr>
      <p:sp>
        <p:nvSpPr>
          <p:cNvPr id="1335" name="Google Shape;1335;p31"/>
          <p:cNvSpPr/>
          <p:nvPr/>
        </p:nvSpPr>
        <p:spPr>
          <a:xfrm rot="10800000">
            <a:off x="3746160" y="405288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36" name="Google Shape;1336;p31"/>
          <p:cNvSpPr/>
          <p:nvPr/>
        </p:nvSpPr>
        <p:spPr>
          <a:xfrm rot="5400000">
            <a:off x="270360" y="-28008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37" name="Google Shape;1337;p31"/>
          <p:cNvSpPr/>
          <p:nvPr/>
        </p:nvSpPr>
        <p:spPr>
          <a:xfrm flipH="1" rot="10800000">
            <a:off x="6527520" y="-100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38" name="Google Shape;1338;p31"/>
          <p:cNvSpPr txBox="1"/>
          <p:nvPr>
            <p:ph type="title"/>
          </p:nvPr>
        </p:nvSpPr>
        <p:spPr>
          <a:xfrm>
            <a:off x="1114200" y="619200"/>
            <a:ext cx="3384000" cy="7686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39" name="Google Shape;1339;p31"/>
          <p:cNvSpPr txBox="1"/>
          <p:nvPr>
            <p:ph idx="2" type="title"/>
          </p:nvPr>
        </p:nvSpPr>
        <p:spPr>
          <a:xfrm>
            <a:off x="1114200" y="1973160"/>
            <a:ext cx="3384000" cy="7686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40" name="Google Shape;1340;p31"/>
          <p:cNvSpPr txBox="1"/>
          <p:nvPr>
            <p:ph idx="3" type="title"/>
          </p:nvPr>
        </p:nvSpPr>
        <p:spPr>
          <a:xfrm>
            <a:off x="1114200" y="3344040"/>
            <a:ext cx="3384000" cy="7686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1341" name="Google Shape;1341;p31"/>
          <p:cNvGrpSpPr/>
          <p:nvPr/>
        </p:nvGrpSpPr>
        <p:grpSpPr>
          <a:xfrm>
            <a:off x="-573480" y="4249080"/>
            <a:ext cx="1362600" cy="1458360"/>
            <a:chOff x="-573480" y="4249080"/>
            <a:chExt cx="1362600" cy="1458360"/>
          </a:xfrm>
        </p:grpSpPr>
        <p:sp>
          <p:nvSpPr>
            <p:cNvPr id="1342" name="Google Shape;1342;p31"/>
            <p:cNvSpPr/>
            <p:nvPr/>
          </p:nvSpPr>
          <p:spPr>
            <a:xfrm flipH="1" rot="10800000">
              <a:off x="-413280" y="4495680"/>
              <a:ext cx="1202400" cy="121176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43" name="Google Shape;1343;p31"/>
            <p:cNvSpPr/>
            <p:nvPr/>
          </p:nvSpPr>
          <p:spPr>
            <a:xfrm flipH="1" rot="10800000">
              <a:off x="-413280" y="4860360"/>
              <a:ext cx="1202400" cy="84636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44" name="Google Shape;1344;p31"/>
            <p:cNvSpPr/>
            <p:nvPr/>
          </p:nvSpPr>
          <p:spPr>
            <a:xfrm flipH="1" rot="10800000">
              <a:off x="16560" y="5447880"/>
              <a:ext cx="128880" cy="11628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45" name="Google Shape;1345;p31"/>
            <p:cNvSpPr/>
            <p:nvPr/>
          </p:nvSpPr>
          <p:spPr>
            <a:xfrm flipH="1" rot="10800000">
              <a:off x="33120" y="4767480"/>
              <a:ext cx="494640" cy="53316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46" name="Google Shape;1346;p31"/>
            <p:cNvSpPr/>
            <p:nvPr/>
          </p:nvSpPr>
          <p:spPr>
            <a:xfrm flipH="1" rot="10800000">
              <a:off x="200520" y="4830120"/>
              <a:ext cx="395640" cy="42516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47" name="Google Shape;1347;p31"/>
            <p:cNvSpPr/>
            <p:nvPr/>
          </p:nvSpPr>
          <p:spPr>
            <a:xfrm flipH="1" rot="10800000">
              <a:off x="532440" y="4892400"/>
              <a:ext cx="131400" cy="13716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48" name="Google Shape;1348;p31"/>
            <p:cNvSpPr/>
            <p:nvPr/>
          </p:nvSpPr>
          <p:spPr>
            <a:xfrm flipH="1" rot="10800000">
              <a:off x="406800" y="5028840"/>
              <a:ext cx="131400" cy="13716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49" name="Google Shape;1349;p31"/>
            <p:cNvSpPr/>
            <p:nvPr/>
          </p:nvSpPr>
          <p:spPr>
            <a:xfrm flipH="1" rot="10800000">
              <a:off x="-573120" y="4249080"/>
              <a:ext cx="1213200" cy="8881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50" name="Google Shape;1350;p31"/>
            <p:cNvSpPr/>
            <p:nvPr/>
          </p:nvSpPr>
          <p:spPr>
            <a:xfrm flipH="1" rot="10800000">
              <a:off x="-573480" y="4470480"/>
              <a:ext cx="1213200" cy="66744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51" name="Google Shape;1351;p31"/>
            <p:cNvSpPr/>
            <p:nvPr/>
          </p:nvSpPr>
          <p:spPr>
            <a:xfrm flipH="1" rot="10800000">
              <a:off x="-537120" y="4420800"/>
              <a:ext cx="1096560" cy="36072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52" name="Google Shape;1352;p31"/>
            <p:cNvSpPr/>
            <p:nvPr/>
          </p:nvSpPr>
          <p:spPr>
            <a:xfrm flipH="1" rot="10800000">
              <a:off x="-142200" y="4600440"/>
              <a:ext cx="672480" cy="20304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53" name="Google Shape;1353;p31"/>
            <p:cNvSpPr/>
            <p:nvPr/>
          </p:nvSpPr>
          <p:spPr>
            <a:xfrm flipH="1" rot="10800000">
              <a:off x="21240" y="4690440"/>
              <a:ext cx="529920" cy="16920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84600" lIns="91425" spcFirstLastPara="1" rIns="91425" wrap="square" tIns="84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54" name="Google Shape;1354;p31"/>
            <p:cNvSpPr/>
            <p:nvPr/>
          </p:nvSpPr>
          <p:spPr>
            <a:xfrm flipH="1" rot="10800000">
              <a:off x="-368640" y="4938480"/>
              <a:ext cx="127800" cy="11628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355" name="Google Shape;1355;p31"/>
          <p:cNvGrpSpPr/>
          <p:nvPr/>
        </p:nvGrpSpPr>
        <p:grpSpPr>
          <a:xfrm>
            <a:off x="-1108471" y="-925839"/>
            <a:ext cx="2097330" cy="2174179"/>
            <a:chOff x="-1108471" y="-925839"/>
            <a:chExt cx="2097330" cy="2174179"/>
          </a:xfrm>
        </p:grpSpPr>
        <p:sp>
          <p:nvSpPr>
            <p:cNvPr id="1356" name="Google Shape;1356;p31"/>
            <p:cNvSpPr/>
            <p:nvPr/>
          </p:nvSpPr>
          <p:spPr>
            <a:xfrm rot="4047000">
              <a:off x="-1113120" y="-2408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57" name="Google Shape;1357;p31"/>
            <p:cNvSpPr/>
            <p:nvPr/>
          </p:nvSpPr>
          <p:spPr>
            <a:xfrm rot="4047000">
              <a:off x="-1113120" y="-2408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58" name="Google Shape;1358;p31"/>
            <p:cNvSpPr/>
            <p:nvPr/>
          </p:nvSpPr>
          <p:spPr>
            <a:xfrm rot="4047000">
              <a:off x="-813600" y="-250560"/>
              <a:ext cx="1450800" cy="66096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59" name="Google Shape;1359;p31"/>
            <p:cNvSpPr/>
            <p:nvPr/>
          </p:nvSpPr>
          <p:spPr>
            <a:xfrm rot="4047000">
              <a:off x="-500760" y="87120"/>
              <a:ext cx="971280" cy="4334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60" name="Google Shape;1360;p31"/>
            <p:cNvSpPr/>
            <p:nvPr/>
          </p:nvSpPr>
          <p:spPr>
            <a:xfrm rot="4047000">
              <a:off x="-550080" y="132120"/>
              <a:ext cx="897840" cy="403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61" name="Google Shape;1361;p31"/>
            <p:cNvSpPr/>
            <p:nvPr/>
          </p:nvSpPr>
          <p:spPr>
            <a:xfrm rot="4047000">
              <a:off x="-599760" y="177840"/>
              <a:ext cx="830520" cy="37548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62" name="Google Shape;1362;p31"/>
            <p:cNvSpPr/>
            <p:nvPr/>
          </p:nvSpPr>
          <p:spPr>
            <a:xfrm rot="4047000">
              <a:off x="-703800" y="261720"/>
              <a:ext cx="493920" cy="23652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63" name="Google Shape;1363;p31"/>
            <p:cNvSpPr/>
            <p:nvPr/>
          </p:nvSpPr>
          <p:spPr>
            <a:xfrm rot="4047000">
              <a:off x="-274320" y="604440"/>
              <a:ext cx="195840" cy="11340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56875" lIns="91425" spcFirstLastPara="1" rIns="91425" wrap="square" tIns="56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64" name="Google Shape;1364;p31"/>
            <p:cNvSpPr/>
            <p:nvPr/>
          </p:nvSpPr>
          <p:spPr>
            <a:xfrm rot="4047000">
              <a:off x="-659520" y="217800"/>
              <a:ext cx="493920" cy="23652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65" name="Google Shape;1365;p31"/>
            <p:cNvSpPr/>
            <p:nvPr/>
          </p:nvSpPr>
          <p:spPr>
            <a:xfrm rot="4047000">
              <a:off x="-801000" y="-255600"/>
              <a:ext cx="320040" cy="16488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66" name="Google Shape;1366;p31"/>
            <p:cNvSpPr/>
            <p:nvPr/>
          </p:nvSpPr>
          <p:spPr>
            <a:xfrm rot="4047000">
              <a:off x="-757080" y="-299520"/>
              <a:ext cx="320040" cy="16452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67" name="Google Shape;1367;p31"/>
            <p:cNvSpPr/>
            <p:nvPr/>
          </p:nvSpPr>
          <p:spPr>
            <a:xfrm rot="4047000">
              <a:off x="-39240" y="713160"/>
              <a:ext cx="178920" cy="18216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91075" lIns="91425" spcFirstLastPara="1" rIns="91425" wrap="square" tIns="910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68" name="Google Shape;1368;p31"/>
            <p:cNvSpPr/>
            <p:nvPr/>
          </p:nvSpPr>
          <p:spPr>
            <a:xfrm rot="4047000">
              <a:off x="74520" y="844560"/>
              <a:ext cx="11160" cy="104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69" name="Google Shape;1369;p31"/>
            <p:cNvSpPr/>
            <p:nvPr/>
          </p:nvSpPr>
          <p:spPr>
            <a:xfrm rot="4047000">
              <a:off x="57240" y="867240"/>
              <a:ext cx="11160" cy="104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70" name="Google Shape;1370;p31"/>
            <p:cNvSpPr/>
            <p:nvPr/>
          </p:nvSpPr>
          <p:spPr>
            <a:xfrm rot="4047000">
              <a:off x="77040" y="766440"/>
              <a:ext cx="8280" cy="900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71" name="Google Shape;1371;p31"/>
            <p:cNvSpPr/>
            <p:nvPr/>
          </p:nvSpPr>
          <p:spPr>
            <a:xfrm rot="4047000">
              <a:off x="64800" y="741240"/>
              <a:ext cx="8280" cy="900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72" name="Google Shape;1372;p31"/>
            <p:cNvSpPr/>
            <p:nvPr/>
          </p:nvSpPr>
          <p:spPr>
            <a:xfrm rot="4047000">
              <a:off x="-905400" y="-192600"/>
              <a:ext cx="284400" cy="28440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73" name="Google Shape;1373;p31"/>
            <p:cNvSpPr/>
            <p:nvPr/>
          </p:nvSpPr>
          <p:spPr>
            <a:xfrm rot="4047000">
              <a:off x="-668520" y="-677520"/>
              <a:ext cx="1381320" cy="151992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74" name="Google Shape;1374;p31"/>
            <p:cNvSpPr/>
            <p:nvPr/>
          </p:nvSpPr>
          <p:spPr>
            <a:xfrm rot="4047000">
              <a:off x="-420480" y="-83592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75" name="Google Shape;1375;p31"/>
            <p:cNvSpPr/>
            <p:nvPr/>
          </p:nvSpPr>
          <p:spPr>
            <a:xfrm rot="4047000">
              <a:off x="-64080" y="-457560"/>
              <a:ext cx="689400" cy="82512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76" name="Google Shape;1376;p31"/>
            <p:cNvSpPr/>
            <p:nvPr/>
          </p:nvSpPr>
          <p:spPr>
            <a:xfrm rot="4047000">
              <a:off x="-100800" y="-360000"/>
              <a:ext cx="638640" cy="76356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77" name="Google Shape;1377;p31"/>
            <p:cNvSpPr/>
            <p:nvPr/>
          </p:nvSpPr>
          <p:spPr>
            <a:xfrm rot="4047000">
              <a:off x="-136080" y="-264240"/>
              <a:ext cx="592560" cy="70740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78" name="Google Shape;1378;p31"/>
            <p:cNvSpPr/>
            <p:nvPr/>
          </p:nvSpPr>
          <p:spPr>
            <a:xfrm rot="4047000">
              <a:off x="-253440" y="16920"/>
              <a:ext cx="361080" cy="42588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79" name="Google Shape;1379;p31"/>
            <p:cNvSpPr/>
            <p:nvPr/>
          </p:nvSpPr>
          <p:spPr>
            <a:xfrm rot="4047000">
              <a:off x="228960" y="256680"/>
              <a:ext cx="156600" cy="17712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88550" lIns="91425" spcFirstLastPara="1" rIns="91425" wrap="square" tIns="88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80" name="Google Shape;1380;p31"/>
            <p:cNvSpPr/>
            <p:nvPr/>
          </p:nvSpPr>
          <p:spPr>
            <a:xfrm rot="4047000">
              <a:off x="-235440" y="-42480"/>
              <a:ext cx="361080" cy="42588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81" name="Google Shape;1381;p31"/>
            <p:cNvSpPr/>
            <p:nvPr/>
          </p:nvSpPr>
          <p:spPr>
            <a:xfrm rot="4047000">
              <a:off x="-616680" y="-311040"/>
              <a:ext cx="241560" cy="28080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82" name="Google Shape;1382;p31"/>
            <p:cNvSpPr/>
            <p:nvPr/>
          </p:nvSpPr>
          <p:spPr>
            <a:xfrm rot="4047000">
              <a:off x="-598680" y="-370800"/>
              <a:ext cx="241560" cy="28080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83" name="Google Shape;1383;p31"/>
            <p:cNvSpPr/>
            <p:nvPr/>
          </p:nvSpPr>
          <p:spPr>
            <a:xfrm rot="4047000">
              <a:off x="487440" y="272160"/>
              <a:ext cx="198360" cy="18972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84" name="Google Shape;1384;p31"/>
            <p:cNvSpPr/>
            <p:nvPr/>
          </p:nvSpPr>
          <p:spPr>
            <a:xfrm rot="4047000">
              <a:off x="616680" y="385200"/>
              <a:ext cx="10800" cy="104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85" name="Google Shape;1385;p31"/>
            <p:cNvSpPr/>
            <p:nvPr/>
          </p:nvSpPr>
          <p:spPr>
            <a:xfrm rot="4047000">
              <a:off x="612000" y="413280"/>
              <a:ext cx="11160" cy="104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86" name="Google Shape;1386;p31"/>
            <p:cNvSpPr/>
            <p:nvPr/>
          </p:nvSpPr>
          <p:spPr>
            <a:xfrm rot="4047000">
              <a:off x="581400" y="314640"/>
              <a:ext cx="10800" cy="104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87" name="Google Shape;1387;p31"/>
            <p:cNvSpPr/>
            <p:nvPr/>
          </p:nvSpPr>
          <p:spPr>
            <a:xfrm rot="4047000">
              <a:off x="558000" y="298080"/>
              <a:ext cx="10800" cy="104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88" name="Google Shape;1388;p31"/>
            <p:cNvSpPr/>
            <p:nvPr/>
          </p:nvSpPr>
          <p:spPr>
            <a:xfrm rot="4047000">
              <a:off x="-699840" y="-158400"/>
              <a:ext cx="306720" cy="30672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89" name="Google Shape;1389;p31"/>
            <p:cNvSpPr/>
            <p:nvPr/>
          </p:nvSpPr>
          <p:spPr>
            <a:xfrm rot="4047000">
              <a:off x="-420480" y="-83592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390" name="Google Shape;1390;p31"/>
          <p:cNvGrpSpPr/>
          <p:nvPr/>
        </p:nvGrpSpPr>
        <p:grpSpPr>
          <a:xfrm>
            <a:off x="8056700" y="-829425"/>
            <a:ext cx="2194040" cy="2098225"/>
            <a:chOff x="8056700" y="-829425"/>
            <a:chExt cx="2194040" cy="2098225"/>
          </a:xfrm>
        </p:grpSpPr>
        <p:sp>
          <p:nvSpPr>
            <p:cNvPr id="1391" name="Google Shape;1391;p31"/>
            <p:cNvSpPr/>
            <p:nvPr/>
          </p:nvSpPr>
          <p:spPr>
            <a:xfrm flipH="1" rot="8808000">
              <a:off x="8295120" y="-471240"/>
              <a:ext cx="1717200" cy="138276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92" name="Google Shape;1392;p31"/>
            <p:cNvSpPr/>
            <p:nvPr/>
          </p:nvSpPr>
          <p:spPr>
            <a:xfrm flipH="1" rot="8808000">
              <a:off x="8419320" y="-1555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93" name="Google Shape;1393;p31"/>
            <p:cNvSpPr/>
            <p:nvPr/>
          </p:nvSpPr>
          <p:spPr>
            <a:xfrm flipH="1" rot="8808000">
              <a:off x="8478720" y="1476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94" name="Google Shape;1394;p31"/>
            <p:cNvSpPr/>
            <p:nvPr/>
          </p:nvSpPr>
          <p:spPr>
            <a:xfrm flipH="1" rot="8808000">
              <a:off x="8539920" y="1879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95" name="Google Shape;1395;p31"/>
            <p:cNvSpPr/>
            <p:nvPr/>
          </p:nvSpPr>
          <p:spPr>
            <a:xfrm flipH="1" rot="8808000">
              <a:off x="8597520" y="35604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96" name="Google Shape;1396;p31"/>
            <p:cNvSpPr/>
            <p:nvPr/>
          </p:nvSpPr>
          <p:spPr>
            <a:xfrm flipH="1" rot="8808000">
              <a:off x="8359560" y="-3265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97" name="Google Shape;1397;p31"/>
            <p:cNvSpPr/>
            <p:nvPr/>
          </p:nvSpPr>
          <p:spPr>
            <a:xfrm flipH="1" rot="8808000">
              <a:off x="8475480" y="-525960"/>
              <a:ext cx="1520640" cy="138276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98" name="Google Shape;1398;p31"/>
            <p:cNvSpPr/>
            <p:nvPr/>
          </p:nvSpPr>
          <p:spPr>
            <a:xfrm flipH="1" rot="8808000">
              <a:off x="9160200" y="794880"/>
              <a:ext cx="432000" cy="1249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62625" lIns="91425" spcFirstLastPara="1" rIns="91425" wrap="square" tIns="62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399" name="Google Shape;1399;p31"/>
            <p:cNvSpPr/>
            <p:nvPr/>
          </p:nvSpPr>
          <p:spPr>
            <a:xfrm flipH="1" rot="8808000">
              <a:off x="9078120" y="661680"/>
              <a:ext cx="567000" cy="31104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00" name="Google Shape;1400;p31"/>
            <p:cNvSpPr/>
            <p:nvPr/>
          </p:nvSpPr>
          <p:spPr>
            <a:xfrm flipH="1" rot="8808000">
              <a:off x="9081000" y="819720"/>
              <a:ext cx="50400" cy="2484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01" name="Google Shape;1401;p31"/>
            <p:cNvSpPr/>
            <p:nvPr/>
          </p:nvSpPr>
          <p:spPr>
            <a:xfrm flipH="1" rot="8808000">
              <a:off x="9547920" y="662760"/>
              <a:ext cx="50400" cy="2484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02" name="Google Shape;1402;p31"/>
            <p:cNvSpPr/>
            <p:nvPr/>
          </p:nvSpPr>
          <p:spPr>
            <a:xfrm flipH="1" rot="8808000">
              <a:off x="9450360" y="-481680"/>
              <a:ext cx="364680" cy="1081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03" name="Google Shape;1403;p31"/>
            <p:cNvSpPr/>
            <p:nvPr/>
          </p:nvSpPr>
          <p:spPr>
            <a:xfrm flipH="1" rot="8808000">
              <a:off x="9614880" y="39240"/>
              <a:ext cx="32400" cy="3060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5475" lIns="91425" spcFirstLastPara="1" rIns="91425" wrap="square" tIns="154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04" name="Google Shape;1404;p31"/>
            <p:cNvSpPr/>
            <p:nvPr/>
          </p:nvSpPr>
          <p:spPr>
            <a:xfrm flipH="1" rot="8808000">
              <a:off x="9525960" y="-65880"/>
              <a:ext cx="213840" cy="2498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05" name="Google Shape;1405;p31"/>
            <p:cNvSpPr/>
            <p:nvPr/>
          </p:nvSpPr>
          <p:spPr>
            <a:xfrm flipH="1" rot="8808000">
              <a:off x="9543600" y="-65160"/>
              <a:ext cx="104400" cy="3636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06" name="Google Shape;1406;p31"/>
            <p:cNvSpPr/>
            <p:nvPr/>
          </p:nvSpPr>
          <p:spPr>
            <a:xfrm flipH="1" rot="8808000">
              <a:off x="8490960" y="-160200"/>
              <a:ext cx="364680" cy="1081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07" name="Google Shape;1407;p31"/>
            <p:cNvSpPr/>
            <p:nvPr/>
          </p:nvSpPr>
          <p:spPr>
            <a:xfrm flipH="1" rot="8808000">
              <a:off x="8655840" y="361080"/>
              <a:ext cx="32400" cy="3060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5475" lIns="91425" spcFirstLastPara="1" rIns="91425" wrap="square" tIns="154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08" name="Google Shape;1408;p31"/>
            <p:cNvSpPr/>
            <p:nvPr/>
          </p:nvSpPr>
          <p:spPr>
            <a:xfrm flipH="1" rot="8808000">
              <a:off x="8566920" y="255600"/>
              <a:ext cx="213840" cy="24984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09" name="Google Shape;1409;p31"/>
            <p:cNvSpPr/>
            <p:nvPr/>
          </p:nvSpPr>
          <p:spPr>
            <a:xfrm flipH="1" rot="8808000">
              <a:off x="8584560" y="256320"/>
              <a:ext cx="104400" cy="3636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10" name="Google Shape;1410;p31"/>
            <p:cNvSpPr/>
            <p:nvPr/>
          </p:nvSpPr>
          <p:spPr>
            <a:xfrm flipH="1" rot="8808000">
              <a:off x="9057600" y="798840"/>
              <a:ext cx="90360" cy="381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11" name="Google Shape;1411;p31"/>
            <p:cNvSpPr/>
            <p:nvPr/>
          </p:nvSpPr>
          <p:spPr>
            <a:xfrm flipH="1" rot="8808000">
              <a:off x="9057240" y="806040"/>
              <a:ext cx="90720" cy="3168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12" name="Google Shape;1412;p31"/>
            <p:cNvSpPr/>
            <p:nvPr/>
          </p:nvSpPr>
          <p:spPr>
            <a:xfrm flipH="1" rot="8808000">
              <a:off x="9524160" y="642240"/>
              <a:ext cx="90360" cy="3816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13" name="Google Shape;1413;p31"/>
            <p:cNvSpPr/>
            <p:nvPr/>
          </p:nvSpPr>
          <p:spPr>
            <a:xfrm flipH="1" rot="8808000">
              <a:off x="9524160" y="649440"/>
              <a:ext cx="90720" cy="3168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414" name="Google Shape;1414;p31"/>
          <p:cNvSpPr/>
          <p:nvPr/>
        </p:nvSpPr>
        <p:spPr>
          <a:xfrm flipH="1" rot="-225600">
            <a:off x="5615640" y="4268880"/>
            <a:ext cx="3266280" cy="1184040"/>
          </a:xfrm>
          <a:custGeom>
            <a:rect b="b" l="l" r="r" t="t"/>
            <a:pathLst>
              <a:path extrusionOk="0" fill="none" h="19231" w="53041">
                <a:moveTo>
                  <a:pt x="53040" y="14789"/>
                </a:moveTo>
                <a:cubicBezTo>
                  <a:pt x="53040" y="14789"/>
                  <a:pt x="49618" y="17159"/>
                  <a:pt x="41611" y="7597"/>
                </a:cubicBezTo>
                <a:cubicBezTo>
                  <a:pt x="39545" y="5131"/>
                  <a:pt x="36120" y="1533"/>
                  <a:pt x="32481" y="2245"/>
                </a:cubicBezTo>
                <a:cubicBezTo>
                  <a:pt x="31418" y="2453"/>
                  <a:pt x="29859" y="3206"/>
                  <a:pt x="29615" y="4305"/>
                </a:cubicBezTo>
                <a:cubicBezTo>
                  <a:pt x="29228" y="6051"/>
                  <a:pt x="31316" y="6683"/>
                  <a:pt x="32165" y="5721"/>
                </a:cubicBezTo>
                <a:cubicBezTo>
                  <a:pt x="33756" y="3916"/>
                  <a:pt x="30902" y="2404"/>
                  <a:pt x="29468" y="1989"/>
                </a:cubicBezTo>
                <a:cubicBezTo>
                  <a:pt x="22600" y="1"/>
                  <a:pt x="23994" y="8233"/>
                  <a:pt x="15235" y="13731"/>
                </a:cubicBezTo>
                <a:cubicBezTo>
                  <a:pt x="6476" y="19230"/>
                  <a:pt x="1" y="17179"/>
                  <a:pt x="1" y="1717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15" name="Google Shape;1415;p31"/>
          <p:cNvSpPr/>
          <p:nvPr/>
        </p:nvSpPr>
        <p:spPr>
          <a:xfrm rot="-138600">
            <a:off x="3889800" y="-312840"/>
            <a:ext cx="1578600" cy="860760"/>
          </a:xfrm>
          <a:custGeom>
            <a:rect b="b" l="l" r="r" t="t"/>
            <a:pathLst>
              <a:path extrusionOk="0" fill="none" h="12439" w="22813">
                <a:moveTo>
                  <a:pt x="22812" y="0"/>
                </a:moveTo>
                <a:cubicBezTo>
                  <a:pt x="22812" y="0"/>
                  <a:pt x="20999" y="9660"/>
                  <a:pt x="12792" y="11049"/>
                </a:cubicBezTo>
                <a:cubicBezTo>
                  <a:pt x="4584" y="12439"/>
                  <a:pt x="0" y="710"/>
                  <a:pt x="0" y="71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6_1">
  <p:cSld name="CUSTOM_6_1">
    <p:bg>
      <p:bgPr>
        <a:solidFill>
          <a:schemeClr val="accent4"/>
        </a:solidFill>
      </p:bgPr>
    </p:bg>
    <p:spTree>
      <p:nvGrpSpPr>
        <p:cNvPr id="1416" name="Shape 1416"/>
        <p:cNvGrpSpPr/>
        <p:nvPr/>
      </p:nvGrpSpPr>
      <p:grpSpPr>
        <a:xfrm>
          <a:off x="0" y="0"/>
          <a:ext cx="0" cy="0"/>
          <a:chOff x="0" y="0"/>
          <a:chExt cx="0" cy="0"/>
        </a:xfrm>
      </p:grpSpPr>
      <p:sp>
        <p:nvSpPr>
          <p:cNvPr id="1417" name="Google Shape;1417;p32"/>
          <p:cNvSpPr/>
          <p:nvPr/>
        </p:nvSpPr>
        <p:spPr>
          <a:xfrm>
            <a:off x="1624320" y="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18" name="Google Shape;1418;p32"/>
          <p:cNvSpPr/>
          <p:nvPr/>
        </p:nvSpPr>
        <p:spPr>
          <a:xfrm rot="-5400000">
            <a:off x="664668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19" name="Google Shape;1419;p32"/>
          <p:cNvSpPr/>
          <p:nvPr/>
        </p:nvSpPr>
        <p:spPr>
          <a:xfrm flipH="1">
            <a:off x="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420" name="Google Shape;1420;p32"/>
          <p:cNvGrpSpPr/>
          <p:nvPr/>
        </p:nvGrpSpPr>
        <p:grpSpPr>
          <a:xfrm>
            <a:off x="-371834" y="-539327"/>
            <a:ext cx="1481309" cy="1372055"/>
            <a:chOff x="-371834" y="-539327"/>
            <a:chExt cx="1481309" cy="1372055"/>
          </a:xfrm>
        </p:grpSpPr>
        <p:sp>
          <p:nvSpPr>
            <p:cNvPr id="1421" name="Google Shape;1421;p32"/>
            <p:cNvSpPr/>
            <p:nvPr/>
          </p:nvSpPr>
          <p:spPr>
            <a:xfrm flipH="1" rot="-6423600">
              <a:off x="-160920" y="-465480"/>
              <a:ext cx="1059480" cy="122436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22" name="Google Shape;1422;p32"/>
            <p:cNvSpPr/>
            <p:nvPr/>
          </p:nvSpPr>
          <p:spPr>
            <a:xfrm flipH="1" rot="-6423600">
              <a:off x="-113400" y="-529560"/>
              <a:ext cx="757080" cy="109980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23" name="Google Shape;1423;p32"/>
            <p:cNvSpPr/>
            <p:nvPr/>
          </p:nvSpPr>
          <p:spPr>
            <a:xfrm flipH="1" rot="-6423600">
              <a:off x="-79200" y="-576000"/>
              <a:ext cx="497160" cy="97956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24" name="Google Shape;1424;p32"/>
            <p:cNvSpPr/>
            <p:nvPr/>
          </p:nvSpPr>
          <p:spPr>
            <a:xfrm flipH="1" rot="-6423600">
              <a:off x="279720" y="-45000"/>
              <a:ext cx="444240" cy="22644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25" name="Google Shape;1425;p32"/>
            <p:cNvSpPr/>
            <p:nvPr/>
          </p:nvSpPr>
          <p:spPr>
            <a:xfrm flipH="1" rot="-6423600">
              <a:off x="331560" y="-91440"/>
              <a:ext cx="444240" cy="22644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26" name="Google Shape;1426;p32"/>
            <p:cNvSpPr/>
            <p:nvPr/>
          </p:nvSpPr>
          <p:spPr>
            <a:xfrm flipH="1" rot="-6423600">
              <a:off x="383400" y="-138240"/>
              <a:ext cx="444240" cy="22644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27" name="Google Shape;1427;p32"/>
            <p:cNvSpPr/>
            <p:nvPr/>
          </p:nvSpPr>
          <p:spPr>
            <a:xfrm flipH="1" rot="-6423600">
              <a:off x="104400" y="96840"/>
              <a:ext cx="369720" cy="32472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28" name="Google Shape;1428;p32"/>
            <p:cNvSpPr/>
            <p:nvPr/>
          </p:nvSpPr>
          <p:spPr>
            <a:xfrm flipH="1" rot="-6423600">
              <a:off x="175680" y="162000"/>
              <a:ext cx="282240" cy="13968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29" name="Google Shape;1429;p32"/>
            <p:cNvSpPr/>
            <p:nvPr/>
          </p:nvSpPr>
          <p:spPr>
            <a:xfrm flipH="1" rot="-6423600">
              <a:off x="183240" y="82080"/>
              <a:ext cx="146880" cy="27756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30" name="Google Shape;1430;p32"/>
            <p:cNvSpPr/>
            <p:nvPr/>
          </p:nvSpPr>
          <p:spPr>
            <a:xfrm flipH="1" rot="-6423600">
              <a:off x="121680" y="213840"/>
              <a:ext cx="282240" cy="13968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31" name="Google Shape;1431;p32"/>
            <p:cNvSpPr/>
            <p:nvPr/>
          </p:nvSpPr>
          <p:spPr>
            <a:xfrm flipH="1" rot="-6423600">
              <a:off x="249120" y="156240"/>
              <a:ext cx="146880" cy="27792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32" name="Google Shape;1432;p32"/>
            <p:cNvSpPr/>
            <p:nvPr/>
          </p:nvSpPr>
          <p:spPr>
            <a:xfrm flipH="1" rot="-6423600">
              <a:off x="217800" y="115200"/>
              <a:ext cx="143280" cy="28728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33" name="Google Shape;1433;p32"/>
            <p:cNvSpPr/>
            <p:nvPr/>
          </p:nvSpPr>
          <p:spPr>
            <a:xfrm flipH="1" rot="-6423600">
              <a:off x="145080" y="187200"/>
              <a:ext cx="287280" cy="14364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2000" lIns="91425" spcFirstLastPara="1" rIns="91425" wrap="square" tIns="72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34" name="Google Shape;1434;p32"/>
            <p:cNvSpPr/>
            <p:nvPr/>
          </p:nvSpPr>
          <p:spPr>
            <a:xfrm flipH="1" rot="-6423600">
              <a:off x="-325080" y="354600"/>
              <a:ext cx="600120" cy="26928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435" name="Google Shape;1435;p32"/>
          <p:cNvGrpSpPr/>
          <p:nvPr/>
        </p:nvGrpSpPr>
        <p:grpSpPr>
          <a:xfrm>
            <a:off x="-314677" y="4222348"/>
            <a:ext cx="1424233" cy="1395545"/>
            <a:chOff x="-314677" y="4222348"/>
            <a:chExt cx="1424233" cy="1395545"/>
          </a:xfrm>
        </p:grpSpPr>
        <p:sp>
          <p:nvSpPr>
            <p:cNvPr id="1436" name="Google Shape;1436;p32"/>
            <p:cNvSpPr/>
            <p:nvPr/>
          </p:nvSpPr>
          <p:spPr>
            <a:xfrm flipH="1" rot="-9502800">
              <a:off x="-158400" y="4389840"/>
              <a:ext cx="1111680" cy="106056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37" name="Google Shape;1437;p32"/>
            <p:cNvSpPr/>
            <p:nvPr/>
          </p:nvSpPr>
          <p:spPr>
            <a:xfrm flipH="1" rot="-9502800">
              <a:off x="-118440" y="4447800"/>
              <a:ext cx="1030680" cy="94752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38" name="Google Shape;1438;p32"/>
            <p:cNvSpPr/>
            <p:nvPr/>
          </p:nvSpPr>
          <p:spPr>
            <a:xfrm flipH="1" rot="-9502800">
              <a:off x="170640" y="4540320"/>
              <a:ext cx="446040" cy="76752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39" name="Google Shape;1439;p32"/>
            <p:cNvSpPr/>
            <p:nvPr/>
          </p:nvSpPr>
          <p:spPr>
            <a:xfrm flipH="1" rot="-9502800">
              <a:off x="-98280" y="4448520"/>
              <a:ext cx="1013400" cy="84060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40" name="Google Shape;1440;p32"/>
            <p:cNvSpPr/>
            <p:nvPr/>
          </p:nvSpPr>
          <p:spPr>
            <a:xfrm flipH="1" rot="-9502800">
              <a:off x="79920" y="4956840"/>
              <a:ext cx="47160" cy="8136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41" name="Google Shape;1441;p32"/>
            <p:cNvSpPr/>
            <p:nvPr/>
          </p:nvSpPr>
          <p:spPr>
            <a:xfrm flipH="1" rot="-9502800">
              <a:off x="122400" y="4948920"/>
              <a:ext cx="21600" cy="684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42" name="Google Shape;1442;p32"/>
            <p:cNvSpPr/>
            <p:nvPr/>
          </p:nvSpPr>
          <p:spPr>
            <a:xfrm flipH="1" rot="-9502800">
              <a:off x="649440" y="4928040"/>
              <a:ext cx="47160" cy="8136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43" name="Google Shape;1443;p32"/>
            <p:cNvSpPr/>
            <p:nvPr/>
          </p:nvSpPr>
          <p:spPr>
            <a:xfrm flipH="1" rot="-9502800">
              <a:off x="691560" y="4920120"/>
              <a:ext cx="21600" cy="684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44" name="Google Shape;1444;p32"/>
            <p:cNvSpPr/>
            <p:nvPr/>
          </p:nvSpPr>
          <p:spPr>
            <a:xfrm flipH="1" rot="-9502800">
              <a:off x="191160" y="4469040"/>
              <a:ext cx="47160" cy="8136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45" name="Google Shape;1445;p32"/>
            <p:cNvSpPr/>
            <p:nvPr/>
          </p:nvSpPr>
          <p:spPr>
            <a:xfrm flipH="1" rot="-9502800">
              <a:off x="233280" y="4461120"/>
              <a:ext cx="21600" cy="684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446" name="Google Shape;1446;p32"/>
          <p:cNvGrpSpPr/>
          <p:nvPr/>
        </p:nvGrpSpPr>
        <p:grpSpPr>
          <a:xfrm>
            <a:off x="8117640" y="4210200"/>
            <a:ext cx="1356480" cy="1421280"/>
            <a:chOff x="8117640" y="4210200"/>
            <a:chExt cx="1356480" cy="1421280"/>
          </a:xfrm>
        </p:grpSpPr>
        <p:sp>
          <p:nvSpPr>
            <p:cNvPr id="1447" name="Google Shape;1447;p32"/>
            <p:cNvSpPr/>
            <p:nvPr/>
          </p:nvSpPr>
          <p:spPr>
            <a:xfrm>
              <a:off x="8143200" y="4751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48" name="Google Shape;1448;p32"/>
            <p:cNvSpPr/>
            <p:nvPr/>
          </p:nvSpPr>
          <p:spPr>
            <a:xfrm>
              <a:off x="8143200" y="4751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49" name="Google Shape;1449;p32"/>
            <p:cNvSpPr/>
            <p:nvPr/>
          </p:nvSpPr>
          <p:spPr>
            <a:xfrm>
              <a:off x="8117640" y="4689000"/>
              <a:ext cx="1191960" cy="54324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50" name="Google Shape;1450;p32"/>
            <p:cNvSpPr/>
            <p:nvPr/>
          </p:nvSpPr>
          <p:spPr>
            <a:xfrm>
              <a:off x="8507880" y="4797720"/>
              <a:ext cx="798120" cy="3560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51" name="Google Shape;1451;p32"/>
            <p:cNvSpPr/>
            <p:nvPr/>
          </p:nvSpPr>
          <p:spPr>
            <a:xfrm>
              <a:off x="8533440" y="4884840"/>
              <a:ext cx="737640" cy="331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52" name="Google Shape;1452;p32"/>
            <p:cNvSpPr/>
            <p:nvPr/>
          </p:nvSpPr>
          <p:spPr>
            <a:xfrm>
              <a:off x="8559000" y="4969800"/>
              <a:ext cx="682200" cy="30852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53" name="Google Shape;1453;p32"/>
            <p:cNvSpPr/>
            <p:nvPr/>
          </p:nvSpPr>
          <p:spPr>
            <a:xfrm>
              <a:off x="8622720" y="5237640"/>
              <a:ext cx="405720" cy="19440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54" name="Google Shape;1454;p32"/>
            <p:cNvSpPr/>
            <p:nvPr/>
          </p:nvSpPr>
          <p:spPr>
            <a:xfrm>
              <a:off x="9046440" y="5163840"/>
              <a:ext cx="160920" cy="9324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46800" lIns="91425" spcFirstLastPara="1" rIns="91425" wrap="square" tIns="46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55" name="Google Shape;1455;p32"/>
            <p:cNvSpPr/>
            <p:nvPr/>
          </p:nvSpPr>
          <p:spPr>
            <a:xfrm>
              <a:off x="8602920" y="5190120"/>
              <a:ext cx="405720" cy="19404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56" name="Google Shape;1456;p32"/>
            <p:cNvSpPr/>
            <p:nvPr/>
          </p:nvSpPr>
          <p:spPr>
            <a:xfrm>
              <a:off x="8215920" y="5232600"/>
              <a:ext cx="262800" cy="13536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57" name="Google Shape;1457;p32"/>
            <p:cNvSpPr/>
            <p:nvPr/>
          </p:nvSpPr>
          <p:spPr>
            <a:xfrm>
              <a:off x="8196480" y="5185440"/>
              <a:ext cx="263160" cy="13536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58" name="Google Shape;1458;p32"/>
            <p:cNvSpPr/>
            <p:nvPr/>
          </p:nvSpPr>
          <p:spPr>
            <a:xfrm>
              <a:off x="9233640" y="5009040"/>
              <a:ext cx="146880" cy="14976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74875" lIns="91425" spcFirstLastPara="1" rIns="91425" wrap="square" tIns="74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59" name="Google Shape;1459;p32"/>
            <p:cNvSpPr/>
            <p:nvPr/>
          </p:nvSpPr>
          <p:spPr>
            <a:xfrm>
              <a:off x="9346680" y="5071320"/>
              <a:ext cx="9360" cy="86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60" name="Google Shape;1460;p32"/>
            <p:cNvSpPr/>
            <p:nvPr/>
          </p:nvSpPr>
          <p:spPr>
            <a:xfrm>
              <a:off x="9358200" y="5091120"/>
              <a:ext cx="9000" cy="86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61" name="Google Shape;1461;p32"/>
            <p:cNvSpPr/>
            <p:nvPr/>
          </p:nvSpPr>
          <p:spPr>
            <a:xfrm>
              <a:off x="9288720" y="5046120"/>
              <a:ext cx="6840" cy="756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62" name="Google Shape;1462;p32"/>
            <p:cNvSpPr/>
            <p:nvPr/>
          </p:nvSpPr>
          <p:spPr>
            <a:xfrm>
              <a:off x="9265320" y="5047560"/>
              <a:ext cx="6840" cy="756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63" name="Google Shape;1463;p32"/>
            <p:cNvSpPr/>
            <p:nvPr/>
          </p:nvSpPr>
          <p:spPr>
            <a:xfrm>
              <a:off x="8285400" y="5314680"/>
              <a:ext cx="233640" cy="23364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64" name="Google Shape;1464;p32"/>
            <p:cNvSpPr/>
            <p:nvPr/>
          </p:nvSpPr>
          <p:spPr>
            <a:xfrm>
              <a:off x="8182800" y="4253040"/>
              <a:ext cx="1134720" cy="124884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65" name="Google Shape;1465;p32"/>
            <p:cNvSpPr/>
            <p:nvPr/>
          </p:nvSpPr>
          <p:spPr>
            <a:xfrm>
              <a:off x="8130600" y="42102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66" name="Google Shape;1466;p32"/>
            <p:cNvSpPr/>
            <p:nvPr/>
          </p:nvSpPr>
          <p:spPr>
            <a:xfrm>
              <a:off x="8451720" y="4302360"/>
              <a:ext cx="566280" cy="67788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67" name="Google Shape;1467;p32"/>
            <p:cNvSpPr/>
            <p:nvPr/>
          </p:nvSpPr>
          <p:spPr>
            <a:xfrm>
              <a:off x="8503920" y="4395600"/>
              <a:ext cx="524520" cy="62748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68" name="Google Shape;1468;p32"/>
            <p:cNvSpPr/>
            <p:nvPr/>
          </p:nvSpPr>
          <p:spPr>
            <a:xfrm>
              <a:off x="8555760" y="4484520"/>
              <a:ext cx="486720" cy="58104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69" name="Google Shape;1469;p32"/>
            <p:cNvSpPr/>
            <p:nvPr/>
          </p:nvSpPr>
          <p:spPr>
            <a:xfrm>
              <a:off x="8684280" y="4821480"/>
              <a:ext cx="296640" cy="34992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70" name="Google Shape;1470;p32"/>
            <p:cNvSpPr/>
            <p:nvPr/>
          </p:nvSpPr>
          <p:spPr>
            <a:xfrm>
              <a:off x="8975520" y="4671360"/>
              <a:ext cx="128520" cy="14544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72700" lIns="91425" spcFirstLastPara="1" rIns="91425" wrap="square" tIns="72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71" name="Google Shape;1471;p32"/>
            <p:cNvSpPr/>
            <p:nvPr/>
          </p:nvSpPr>
          <p:spPr>
            <a:xfrm>
              <a:off x="8644680" y="4788720"/>
              <a:ext cx="296640" cy="34992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72" name="Google Shape;1472;p32"/>
            <p:cNvSpPr/>
            <p:nvPr/>
          </p:nvSpPr>
          <p:spPr>
            <a:xfrm>
              <a:off x="8295840" y="5075640"/>
              <a:ext cx="198360" cy="23076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73" name="Google Shape;1473;p32"/>
            <p:cNvSpPr/>
            <p:nvPr/>
          </p:nvSpPr>
          <p:spPr>
            <a:xfrm>
              <a:off x="8256240" y="5043240"/>
              <a:ext cx="198360" cy="23076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74" name="Google Shape;1474;p32"/>
            <p:cNvSpPr/>
            <p:nvPr/>
          </p:nvSpPr>
          <p:spPr>
            <a:xfrm>
              <a:off x="9063000" y="4460760"/>
              <a:ext cx="163080" cy="15588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78100" lIns="91425" spcFirstLastPara="1" rIns="91425" wrap="square" tIns="78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75" name="Google Shape;1475;p32"/>
            <p:cNvSpPr/>
            <p:nvPr/>
          </p:nvSpPr>
          <p:spPr>
            <a:xfrm>
              <a:off x="9169200" y="4515120"/>
              <a:ext cx="9000" cy="86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76" name="Google Shape;1476;p32"/>
            <p:cNvSpPr/>
            <p:nvPr/>
          </p:nvSpPr>
          <p:spPr>
            <a:xfrm>
              <a:off x="9188640" y="4527360"/>
              <a:ext cx="9000" cy="86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77" name="Google Shape;1477;p32"/>
            <p:cNvSpPr/>
            <p:nvPr/>
          </p:nvSpPr>
          <p:spPr>
            <a:xfrm>
              <a:off x="9104400" y="4519800"/>
              <a:ext cx="9000" cy="86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78" name="Google Shape;1478;p32"/>
            <p:cNvSpPr/>
            <p:nvPr/>
          </p:nvSpPr>
          <p:spPr>
            <a:xfrm>
              <a:off x="9084600" y="4532040"/>
              <a:ext cx="9000" cy="86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79" name="Google Shape;1479;p32"/>
            <p:cNvSpPr/>
            <p:nvPr/>
          </p:nvSpPr>
          <p:spPr>
            <a:xfrm>
              <a:off x="8379000" y="5155560"/>
              <a:ext cx="252000" cy="25200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80" name="Google Shape;1480;p32"/>
            <p:cNvSpPr/>
            <p:nvPr/>
          </p:nvSpPr>
          <p:spPr>
            <a:xfrm>
              <a:off x="8130600" y="42102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481" name="Google Shape;1481;p32"/>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482" name="Google Shape;1482;p32"/>
          <p:cNvSpPr txBox="1"/>
          <p:nvPr>
            <p:ph idx="2" type="title"/>
          </p:nvPr>
        </p:nvSpPr>
        <p:spPr>
          <a:xfrm>
            <a:off x="1467360" y="2254680"/>
            <a:ext cx="101448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483" name="Google Shape;1483;p32"/>
          <p:cNvSpPr txBox="1"/>
          <p:nvPr>
            <p:ph idx="3" type="title"/>
          </p:nvPr>
        </p:nvSpPr>
        <p:spPr>
          <a:xfrm>
            <a:off x="4063680" y="2254680"/>
            <a:ext cx="101448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484" name="Google Shape;1484;p32"/>
          <p:cNvSpPr txBox="1"/>
          <p:nvPr>
            <p:ph idx="4" type="title"/>
          </p:nvPr>
        </p:nvSpPr>
        <p:spPr>
          <a:xfrm>
            <a:off x="6661800" y="2254680"/>
            <a:ext cx="1014480" cy="57564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1485" name="Google Shape;1485;p32"/>
          <p:cNvGrpSpPr/>
          <p:nvPr/>
        </p:nvGrpSpPr>
        <p:grpSpPr>
          <a:xfrm>
            <a:off x="8310960" y="-445680"/>
            <a:ext cx="1114200" cy="1030680"/>
            <a:chOff x="8310960" y="-445680"/>
            <a:chExt cx="1114200" cy="1030680"/>
          </a:xfrm>
        </p:grpSpPr>
        <p:sp>
          <p:nvSpPr>
            <p:cNvPr id="1486" name="Google Shape;1486;p32"/>
            <p:cNvSpPr/>
            <p:nvPr/>
          </p:nvSpPr>
          <p:spPr>
            <a:xfrm>
              <a:off x="8310960" y="-445680"/>
              <a:ext cx="1114200" cy="103068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87" name="Google Shape;1487;p32"/>
            <p:cNvSpPr/>
            <p:nvPr/>
          </p:nvSpPr>
          <p:spPr>
            <a:xfrm>
              <a:off x="8467200" y="-149040"/>
              <a:ext cx="844920" cy="65232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88" name="Google Shape;1488;p32"/>
            <p:cNvSpPr/>
            <p:nvPr/>
          </p:nvSpPr>
          <p:spPr>
            <a:xfrm>
              <a:off x="8453880" y="-317160"/>
              <a:ext cx="762840" cy="63576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89" name="Google Shape;1489;p32"/>
            <p:cNvSpPr/>
            <p:nvPr/>
          </p:nvSpPr>
          <p:spPr>
            <a:xfrm>
              <a:off x="8821800" y="-112680"/>
              <a:ext cx="160200" cy="24192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90" name="Google Shape;1490;p32"/>
            <p:cNvSpPr/>
            <p:nvPr/>
          </p:nvSpPr>
          <p:spPr>
            <a:xfrm>
              <a:off x="8822520" y="86760"/>
              <a:ext cx="81360" cy="27396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91" name="Google Shape;1491;p32"/>
            <p:cNvSpPr/>
            <p:nvPr/>
          </p:nvSpPr>
          <p:spPr>
            <a:xfrm>
              <a:off x="8837280" y="100440"/>
              <a:ext cx="17640" cy="154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7900" lIns="91425" spcFirstLastPara="1" rIns="91425" wrap="square" tIns="7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92" name="Google Shape;1492;p32"/>
            <p:cNvSpPr/>
            <p:nvPr/>
          </p:nvSpPr>
          <p:spPr>
            <a:xfrm>
              <a:off x="8467200" y="-149040"/>
              <a:ext cx="844920" cy="65232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93" name="Google Shape;1493;p32"/>
            <p:cNvSpPr/>
            <p:nvPr/>
          </p:nvSpPr>
          <p:spPr>
            <a:xfrm>
              <a:off x="8489520" y="-280440"/>
              <a:ext cx="783000" cy="74700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494" name="Google Shape;1494;p32"/>
          <p:cNvSpPr/>
          <p:nvPr/>
        </p:nvSpPr>
        <p:spPr>
          <a:xfrm flipH="1" rot="2184000">
            <a:off x="5227560" y="-950400"/>
            <a:ext cx="2531160" cy="152028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95" name="Google Shape;1495;p32"/>
          <p:cNvSpPr/>
          <p:nvPr/>
        </p:nvSpPr>
        <p:spPr>
          <a:xfrm rot="8616000">
            <a:off x="988920" y="4540680"/>
            <a:ext cx="2531160" cy="152028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496" name="Google Shape;1496;p32"/>
          <p:cNvGrpSpPr/>
          <p:nvPr/>
        </p:nvGrpSpPr>
        <p:grpSpPr>
          <a:xfrm>
            <a:off x="190080" y="3484440"/>
            <a:ext cx="261720" cy="531000"/>
            <a:chOff x="190080" y="3484440"/>
            <a:chExt cx="261720" cy="531000"/>
          </a:xfrm>
        </p:grpSpPr>
        <p:sp>
          <p:nvSpPr>
            <p:cNvPr id="1497" name="Google Shape;1497;p32"/>
            <p:cNvSpPr/>
            <p:nvPr/>
          </p:nvSpPr>
          <p:spPr>
            <a:xfrm flipH="1">
              <a:off x="190080" y="348444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98" name="Google Shape;1498;p32"/>
            <p:cNvSpPr/>
            <p:nvPr/>
          </p:nvSpPr>
          <p:spPr>
            <a:xfrm flipH="1">
              <a:off x="262800" y="397944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99" name="Google Shape;1499;p32"/>
            <p:cNvSpPr/>
            <p:nvPr/>
          </p:nvSpPr>
          <p:spPr>
            <a:xfrm flipH="1">
              <a:off x="190800" y="348444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500" name="Google Shape;1500;p32"/>
          <p:cNvSpPr/>
          <p:nvPr/>
        </p:nvSpPr>
        <p:spPr>
          <a:xfrm>
            <a:off x="7688880" y="480492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01" name="Google Shape;1501;p32"/>
          <p:cNvSpPr/>
          <p:nvPr/>
        </p:nvSpPr>
        <p:spPr>
          <a:xfrm>
            <a:off x="8762400" y="350208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02" name="Google Shape;1502;p32"/>
          <p:cNvSpPr/>
          <p:nvPr/>
        </p:nvSpPr>
        <p:spPr>
          <a:xfrm>
            <a:off x="242640" y="120060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1503" name="Google Shape;1503;p32"/>
          <p:cNvGrpSpPr/>
          <p:nvPr/>
        </p:nvGrpSpPr>
        <p:grpSpPr>
          <a:xfrm>
            <a:off x="8709840" y="1082520"/>
            <a:ext cx="261720" cy="531360"/>
            <a:chOff x="8709840" y="1082520"/>
            <a:chExt cx="261720" cy="531360"/>
          </a:xfrm>
        </p:grpSpPr>
        <p:sp>
          <p:nvSpPr>
            <p:cNvPr id="1504" name="Google Shape;1504;p32"/>
            <p:cNvSpPr/>
            <p:nvPr/>
          </p:nvSpPr>
          <p:spPr>
            <a:xfrm flipH="1">
              <a:off x="8709840" y="108252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05" name="Google Shape;1505;p32"/>
            <p:cNvSpPr/>
            <p:nvPr/>
          </p:nvSpPr>
          <p:spPr>
            <a:xfrm flipH="1">
              <a:off x="8782560" y="157788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06" name="Google Shape;1506;p32"/>
            <p:cNvSpPr/>
            <p:nvPr/>
          </p:nvSpPr>
          <p:spPr>
            <a:xfrm flipH="1">
              <a:off x="8710560" y="108252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507" name="Google Shape;1507;p32"/>
          <p:cNvSpPr/>
          <p:nvPr/>
        </p:nvSpPr>
        <p:spPr>
          <a:xfrm>
            <a:off x="1280520" y="9792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1">
  <p:cSld name="CUSTOM_11">
    <p:bg>
      <p:bgPr>
        <a:solidFill>
          <a:schemeClr val="accent4"/>
        </a:solidFill>
      </p:bgPr>
    </p:bg>
    <p:spTree>
      <p:nvGrpSpPr>
        <p:cNvPr id="1508" name="Shape 1508"/>
        <p:cNvGrpSpPr/>
        <p:nvPr/>
      </p:nvGrpSpPr>
      <p:grpSpPr>
        <a:xfrm>
          <a:off x="0" y="0"/>
          <a:ext cx="0" cy="0"/>
          <a:chOff x="0" y="0"/>
          <a:chExt cx="0" cy="0"/>
        </a:xfrm>
      </p:grpSpPr>
      <p:sp>
        <p:nvSpPr>
          <p:cNvPr id="1509" name="Google Shape;1509;p33"/>
          <p:cNvSpPr/>
          <p:nvPr/>
        </p:nvSpPr>
        <p:spPr>
          <a:xfrm flipH="1" rot="10800000">
            <a:off x="2219400" y="401544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10" name="Google Shape;1510;p33"/>
          <p:cNvSpPr/>
          <p:nvPr/>
        </p:nvSpPr>
        <p:spPr>
          <a:xfrm flipH="1" rot="-5400000">
            <a:off x="6647040" y="-27000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11" name="Google Shape;1511;p33"/>
          <p:cNvSpPr/>
          <p:nvPr/>
        </p:nvSpPr>
        <p:spPr>
          <a:xfrm rot="10800000">
            <a:off x="360" y="36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512" name="Google Shape;1512;p33"/>
          <p:cNvGrpSpPr/>
          <p:nvPr/>
        </p:nvGrpSpPr>
        <p:grpSpPr>
          <a:xfrm>
            <a:off x="-285015" y="4246745"/>
            <a:ext cx="1481438" cy="1371949"/>
            <a:chOff x="-285015" y="4246745"/>
            <a:chExt cx="1481438" cy="1371949"/>
          </a:xfrm>
        </p:grpSpPr>
        <p:sp>
          <p:nvSpPr>
            <p:cNvPr id="1513" name="Google Shape;1513;p33"/>
            <p:cNvSpPr/>
            <p:nvPr/>
          </p:nvSpPr>
          <p:spPr>
            <a:xfrm rot="-4376400">
              <a:off x="-73800" y="4320720"/>
              <a:ext cx="1059480" cy="122400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14" name="Google Shape;1514;p33"/>
            <p:cNvSpPr/>
            <p:nvPr/>
          </p:nvSpPr>
          <p:spPr>
            <a:xfrm rot="-4376400">
              <a:off x="-26280" y="4509360"/>
              <a:ext cx="756720" cy="109980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15" name="Google Shape;1515;p33"/>
            <p:cNvSpPr/>
            <p:nvPr/>
          </p:nvSpPr>
          <p:spPr>
            <a:xfrm rot="-4376400">
              <a:off x="7560" y="4676040"/>
              <a:ext cx="497160" cy="97956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16" name="Google Shape;1516;p33"/>
            <p:cNvSpPr/>
            <p:nvPr/>
          </p:nvSpPr>
          <p:spPr>
            <a:xfrm rot="-4376400">
              <a:off x="366840" y="4898520"/>
              <a:ext cx="444240" cy="22644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17" name="Google Shape;1517;p33"/>
            <p:cNvSpPr/>
            <p:nvPr/>
          </p:nvSpPr>
          <p:spPr>
            <a:xfrm rot="-4376400">
              <a:off x="418680" y="4945320"/>
              <a:ext cx="444240" cy="22644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18" name="Google Shape;1518;p33"/>
            <p:cNvSpPr/>
            <p:nvPr/>
          </p:nvSpPr>
          <p:spPr>
            <a:xfrm rot="-4376400">
              <a:off x="470520" y="4991760"/>
              <a:ext cx="444240" cy="22644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19" name="Google Shape;1519;p33"/>
            <p:cNvSpPr/>
            <p:nvPr/>
          </p:nvSpPr>
          <p:spPr>
            <a:xfrm rot="-4376400">
              <a:off x="191160" y="4658400"/>
              <a:ext cx="369720" cy="32436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20" name="Google Shape;1520;p33"/>
            <p:cNvSpPr/>
            <p:nvPr/>
          </p:nvSpPr>
          <p:spPr>
            <a:xfrm rot="-4376400">
              <a:off x="262800" y="4777200"/>
              <a:ext cx="281880" cy="13968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21" name="Google Shape;1521;p33"/>
            <p:cNvSpPr/>
            <p:nvPr/>
          </p:nvSpPr>
          <p:spPr>
            <a:xfrm rot="-4376400">
              <a:off x="270000" y="4719600"/>
              <a:ext cx="146880" cy="27756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22" name="Google Shape;1522;p33"/>
            <p:cNvSpPr/>
            <p:nvPr/>
          </p:nvSpPr>
          <p:spPr>
            <a:xfrm rot="-4376400">
              <a:off x="208800" y="4725360"/>
              <a:ext cx="281880" cy="13968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23" name="Google Shape;1523;p33"/>
            <p:cNvSpPr/>
            <p:nvPr/>
          </p:nvSpPr>
          <p:spPr>
            <a:xfrm rot="-4376400">
              <a:off x="336240" y="4645440"/>
              <a:ext cx="146880" cy="27792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24" name="Google Shape;1524;p33"/>
            <p:cNvSpPr/>
            <p:nvPr/>
          </p:nvSpPr>
          <p:spPr>
            <a:xfrm rot="-4376400">
              <a:off x="304920" y="4677120"/>
              <a:ext cx="143280" cy="28728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25" name="Google Shape;1525;p33"/>
            <p:cNvSpPr/>
            <p:nvPr/>
          </p:nvSpPr>
          <p:spPr>
            <a:xfrm rot="-4376400">
              <a:off x="232200" y="4749120"/>
              <a:ext cx="287280" cy="14328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1625" lIns="91425" spcFirstLastPara="1" rIns="91425" wrap="square" tIns="71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26" name="Google Shape;1526;p33"/>
            <p:cNvSpPr/>
            <p:nvPr/>
          </p:nvSpPr>
          <p:spPr>
            <a:xfrm rot="-4376400">
              <a:off x="-238320" y="4455000"/>
              <a:ext cx="600120" cy="26928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527" name="Google Shape;1527;p33"/>
          <p:cNvGrpSpPr/>
          <p:nvPr/>
        </p:nvGrpSpPr>
        <p:grpSpPr>
          <a:xfrm>
            <a:off x="-314677" y="-580772"/>
            <a:ext cx="1424233" cy="1395545"/>
            <a:chOff x="-314677" y="-580772"/>
            <a:chExt cx="1424233" cy="1395545"/>
          </a:xfrm>
        </p:grpSpPr>
        <p:sp>
          <p:nvSpPr>
            <p:cNvPr id="1528" name="Google Shape;1528;p33"/>
            <p:cNvSpPr/>
            <p:nvPr/>
          </p:nvSpPr>
          <p:spPr>
            <a:xfrm rot="-1297200">
              <a:off x="-158400" y="-413280"/>
              <a:ext cx="1111680" cy="106056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29" name="Google Shape;1529;p33"/>
            <p:cNvSpPr/>
            <p:nvPr/>
          </p:nvSpPr>
          <p:spPr>
            <a:xfrm rot="-1297200">
              <a:off x="-118440" y="-357840"/>
              <a:ext cx="1030680" cy="94752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30" name="Google Shape;1530;p33"/>
            <p:cNvSpPr/>
            <p:nvPr/>
          </p:nvSpPr>
          <p:spPr>
            <a:xfrm rot="-1297200">
              <a:off x="170280" y="-270720"/>
              <a:ext cx="446040" cy="76716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31" name="Google Shape;1531;p33"/>
            <p:cNvSpPr/>
            <p:nvPr/>
          </p:nvSpPr>
          <p:spPr>
            <a:xfrm rot="-1297200">
              <a:off x="-98280" y="-251280"/>
              <a:ext cx="1013400" cy="84060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32" name="Google Shape;1532;p33"/>
            <p:cNvSpPr/>
            <p:nvPr/>
          </p:nvSpPr>
          <p:spPr>
            <a:xfrm rot="-1297200">
              <a:off x="80280" y="-360"/>
              <a:ext cx="47160" cy="8136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33" name="Google Shape;1533;p33"/>
            <p:cNvSpPr/>
            <p:nvPr/>
          </p:nvSpPr>
          <p:spPr>
            <a:xfrm rot="-1297200">
              <a:off x="122400" y="81720"/>
              <a:ext cx="21600" cy="720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34" name="Google Shape;1534;p33"/>
            <p:cNvSpPr/>
            <p:nvPr/>
          </p:nvSpPr>
          <p:spPr>
            <a:xfrm rot="-1297200">
              <a:off x="649800" y="28080"/>
              <a:ext cx="47160" cy="8136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35" name="Google Shape;1535;p33"/>
            <p:cNvSpPr/>
            <p:nvPr/>
          </p:nvSpPr>
          <p:spPr>
            <a:xfrm rot="-1297200">
              <a:off x="691560" y="110520"/>
              <a:ext cx="21600" cy="720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36" name="Google Shape;1536;p33"/>
            <p:cNvSpPr/>
            <p:nvPr/>
          </p:nvSpPr>
          <p:spPr>
            <a:xfrm rot="-1297200">
              <a:off x="191520" y="487080"/>
              <a:ext cx="47160" cy="8136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37" name="Google Shape;1537;p33"/>
            <p:cNvSpPr/>
            <p:nvPr/>
          </p:nvSpPr>
          <p:spPr>
            <a:xfrm rot="-1297200">
              <a:off x="233280" y="569520"/>
              <a:ext cx="21600" cy="720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538" name="Google Shape;1538;p33"/>
          <p:cNvSpPr txBox="1"/>
          <p:nvPr>
            <p:ph type="title"/>
          </p:nvPr>
        </p:nvSpPr>
        <p:spPr>
          <a:xfrm>
            <a:off x="726120" y="444960"/>
            <a:ext cx="769176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1539" name="Google Shape;1539;p33"/>
          <p:cNvGrpSpPr/>
          <p:nvPr/>
        </p:nvGrpSpPr>
        <p:grpSpPr>
          <a:xfrm>
            <a:off x="8127752" y="4300959"/>
            <a:ext cx="1455808" cy="1505371"/>
            <a:chOff x="8127752" y="4300959"/>
            <a:chExt cx="1455808" cy="1505371"/>
          </a:xfrm>
        </p:grpSpPr>
        <p:sp>
          <p:nvSpPr>
            <p:cNvPr id="1540" name="Google Shape;1540;p33"/>
            <p:cNvSpPr/>
            <p:nvPr/>
          </p:nvSpPr>
          <p:spPr>
            <a:xfrm flipH="1" rot="-6686400">
              <a:off x="8280360" y="4646880"/>
              <a:ext cx="1005120" cy="101304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41" name="Google Shape;1541;p33"/>
            <p:cNvSpPr/>
            <p:nvPr/>
          </p:nvSpPr>
          <p:spPr>
            <a:xfrm flipH="1" rot="-6686400">
              <a:off x="8138160" y="4855320"/>
              <a:ext cx="1005120" cy="70740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42" name="Google Shape;1542;p33"/>
            <p:cNvSpPr/>
            <p:nvPr/>
          </p:nvSpPr>
          <p:spPr>
            <a:xfrm flipH="1" rot="-6686400">
              <a:off x="8381160" y="5145840"/>
              <a:ext cx="107640" cy="9720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48600" lIns="91425" spcFirstLastPara="1" rIns="91425" wrap="square" tIns="48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43" name="Google Shape;1543;p33"/>
            <p:cNvSpPr/>
            <p:nvPr/>
          </p:nvSpPr>
          <p:spPr>
            <a:xfrm flipH="1" rot="-6686400">
              <a:off x="8656560" y="4983480"/>
              <a:ext cx="413640" cy="44568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44" name="Google Shape;1544;p33"/>
            <p:cNvSpPr/>
            <p:nvPr/>
          </p:nvSpPr>
          <p:spPr>
            <a:xfrm flipH="1" rot="-6686400">
              <a:off x="8726760" y="5122800"/>
              <a:ext cx="330840" cy="35532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45" name="Google Shape;1545;p33"/>
            <p:cNvSpPr/>
            <p:nvPr/>
          </p:nvSpPr>
          <p:spPr>
            <a:xfrm flipH="1" rot="-6686400">
              <a:off x="8962200" y="5373360"/>
              <a:ext cx="109800" cy="11448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57225" lIns="91425" spcFirstLastPara="1" rIns="91425" wrap="square" tIns="57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46" name="Google Shape;1546;p33"/>
            <p:cNvSpPr/>
            <p:nvPr/>
          </p:nvSpPr>
          <p:spPr>
            <a:xfrm flipH="1" rot="-6686400">
              <a:off x="8817840" y="5317560"/>
              <a:ext cx="109800" cy="11448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57225" lIns="91425" spcFirstLastPara="1" rIns="91425" wrap="square" tIns="57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47" name="Google Shape;1547;p33"/>
            <p:cNvSpPr/>
            <p:nvPr/>
          </p:nvSpPr>
          <p:spPr>
            <a:xfrm flipH="1" rot="-6686400">
              <a:off x="8545680" y="4537440"/>
              <a:ext cx="1014120" cy="7423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48" name="Google Shape;1548;p33"/>
            <p:cNvSpPr/>
            <p:nvPr/>
          </p:nvSpPr>
          <p:spPr>
            <a:xfrm flipH="1" rot="-6686400">
              <a:off x="8460000" y="4663800"/>
              <a:ext cx="1014120" cy="55800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49" name="Google Shape;1549;p33"/>
            <p:cNvSpPr/>
            <p:nvPr/>
          </p:nvSpPr>
          <p:spPr>
            <a:xfrm flipH="1" rot="-6686400">
              <a:off x="8660160" y="4713480"/>
              <a:ext cx="916560" cy="30168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50" name="Google Shape;1550;p33"/>
            <p:cNvSpPr/>
            <p:nvPr/>
          </p:nvSpPr>
          <p:spPr>
            <a:xfrm flipH="1" rot="-6686400">
              <a:off x="8814600" y="4951440"/>
              <a:ext cx="561960" cy="16956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84950" lIns="91425" spcFirstLastPara="1" rIns="91425" wrap="square" tIns="84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51" name="Google Shape;1551;p33"/>
            <p:cNvSpPr/>
            <p:nvPr/>
          </p:nvSpPr>
          <p:spPr>
            <a:xfrm flipH="1" rot="-6686400">
              <a:off x="8845560" y="5060520"/>
              <a:ext cx="443160" cy="14148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70900" lIns="91425" spcFirstLastPara="1" rIns="91425" wrap="square" tIns="70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52" name="Google Shape;1552;p33"/>
            <p:cNvSpPr/>
            <p:nvPr/>
          </p:nvSpPr>
          <p:spPr>
            <a:xfrm flipH="1" rot="-6686400">
              <a:off x="8660160" y="4690080"/>
              <a:ext cx="106920" cy="9684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48600" lIns="91425" spcFirstLastPara="1" rIns="91425" wrap="square" tIns="48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553" name="Google Shape;1553;p33"/>
          <p:cNvSpPr/>
          <p:nvPr/>
        </p:nvSpPr>
        <p:spPr>
          <a:xfrm>
            <a:off x="7762320" y="17280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1554" name="Google Shape;1554;p33"/>
          <p:cNvGrpSpPr/>
          <p:nvPr/>
        </p:nvGrpSpPr>
        <p:grpSpPr>
          <a:xfrm>
            <a:off x="8417880" y="-428400"/>
            <a:ext cx="1034640" cy="957240"/>
            <a:chOff x="8417880" y="-428400"/>
            <a:chExt cx="1034640" cy="957240"/>
          </a:xfrm>
        </p:grpSpPr>
        <p:sp>
          <p:nvSpPr>
            <p:cNvPr id="1555" name="Google Shape;1555;p33"/>
            <p:cNvSpPr/>
            <p:nvPr/>
          </p:nvSpPr>
          <p:spPr>
            <a:xfrm>
              <a:off x="8417880" y="-428400"/>
              <a:ext cx="1034640" cy="95724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56" name="Google Shape;1556;p33"/>
            <p:cNvSpPr/>
            <p:nvPr/>
          </p:nvSpPr>
          <p:spPr>
            <a:xfrm>
              <a:off x="8562960" y="-153000"/>
              <a:ext cx="784800" cy="60588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57" name="Google Shape;1557;p33"/>
            <p:cNvSpPr/>
            <p:nvPr/>
          </p:nvSpPr>
          <p:spPr>
            <a:xfrm>
              <a:off x="8550720" y="-308880"/>
              <a:ext cx="708480" cy="5904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58" name="Google Shape;1558;p33"/>
            <p:cNvSpPr/>
            <p:nvPr/>
          </p:nvSpPr>
          <p:spPr>
            <a:xfrm>
              <a:off x="8892000" y="-119160"/>
              <a:ext cx="148680" cy="22464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59" name="Google Shape;1559;p33"/>
            <p:cNvSpPr/>
            <p:nvPr/>
          </p:nvSpPr>
          <p:spPr>
            <a:xfrm>
              <a:off x="8893080" y="66240"/>
              <a:ext cx="75600" cy="25416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60" name="Google Shape;1560;p33"/>
            <p:cNvSpPr/>
            <p:nvPr/>
          </p:nvSpPr>
          <p:spPr>
            <a:xfrm>
              <a:off x="8906760" y="78840"/>
              <a:ext cx="16200" cy="1404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7200" lIns="91425" spcFirstLastPara="1" rIns="91425" wrap="square" tIns="7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61" name="Google Shape;1561;p33"/>
            <p:cNvSpPr/>
            <p:nvPr/>
          </p:nvSpPr>
          <p:spPr>
            <a:xfrm>
              <a:off x="8562960" y="-153000"/>
              <a:ext cx="784800" cy="60588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62" name="Google Shape;1562;p33"/>
            <p:cNvSpPr/>
            <p:nvPr/>
          </p:nvSpPr>
          <p:spPr>
            <a:xfrm>
              <a:off x="8583840" y="-275040"/>
              <a:ext cx="727200" cy="69336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563" name="Google Shape;1563;p33"/>
          <p:cNvSpPr/>
          <p:nvPr/>
        </p:nvSpPr>
        <p:spPr>
          <a:xfrm flipH="1">
            <a:off x="2022120" y="-578880"/>
            <a:ext cx="2274120" cy="10108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64" name="Google Shape;1564;p33"/>
          <p:cNvSpPr/>
          <p:nvPr/>
        </p:nvSpPr>
        <p:spPr>
          <a:xfrm rot="10800000">
            <a:off x="4674240" y="4743720"/>
            <a:ext cx="2274120" cy="10108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65" name="Google Shape;1565;p33"/>
          <p:cNvSpPr/>
          <p:nvPr/>
        </p:nvSpPr>
        <p:spPr>
          <a:xfrm>
            <a:off x="7920720" y="483948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1566" name="Google Shape;1566;p33"/>
          <p:cNvGrpSpPr/>
          <p:nvPr/>
        </p:nvGrpSpPr>
        <p:grpSpPr>
          <a:xfrm>
            <a:off x="8723520" y="878040"/>
            <a:ext cx="261720" cy="531360"/>
            <a:chOff x="8723520" y="878040"/>
            <a:chExt cx="261720" cy="531360"/>
          </a:xfrm>
        </p:grpSpPr>
        <p:sp>
          <p:nvSpPr>
            <p:cNvPr id="1567" name="Google Shape;1567;p33"/>
            <p:cNvSpPr/>
            <p:nvPr/>
          </p:nvSpPr>
          <p:spPr>
            <a:xfrm>
              <a:off x="8723520" y="87804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68" name="Google Shape;1568;p33"/>
            <p:cNvSpPr/>
            <p:nvPr/>
          </p:nvSpPr>
          <p:spPr>
            <a:xfrm>
              <a:off x="8795880" y="137340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69" name="Google Shape;1569;p33"/>
            <p:cNvSpPr/>
            <p:nvPr/>
          </p:nvSpPr>
          <p:spPr>
            <a:xfrm>
              <a:off x="8844120" y="87804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570" name="Google Shape;1570;p33"/>
          <p:cNvGrpSpPr/>
          <p:nvPr/>
        </p:nvGrpSpPr>
        <p:grpSpPr>
          <a:xfrm>
            <a:off x="186480" y="3483720"/>
            <a:ext cx="261720" cy="531000"/>
            <a:chOff x="186480" y="3483720"/>
            <a:chExt cx="261720" cy="531000"/>
          </a:xfrm>
        </p:grpSpPr>
        <p:sp>
          <p:nvSpPr>
            <p:cNvPr id="1571" name="Google Shape;1571;p33"/>
            <p:cNvSpPr/>
            <p:nvPr/>
          </p:nvSpPr>
          <p:spPr>
            <a:xfrm>
              <a:off x="186480" y="348372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72" name="Google Shape;1572;p33"/>
            <p:cNvSpPr/>
            <p:nvPr/>
          </p:nvSpPr>
          <p:spPr>
            <a:xfrm>
              <a:off x="258840" y="397872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73" name="Google Shape;1573;p33"/>
            <p:cNvSpPr/>
            <p:nvPr/>
          </p:nvSpPr>
          <p:spPr>
            <a:xfrm>
              <a:off x="307080" y="348372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574" name="Google Shape;1574;p33"/>
          <p:cNvSpPr/>
          <p:nvPr/>
        </p:nvSpPr>
        <p:spPr>
          <a:xfrm>
            <a:off x="186480" y="103716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1_1">
  <p:cSld name="CUSTOM_11_1">
    <p:bg>
      <p:bgPr>
        <a:solidFill>
          <a:schemeClr val="accent4"/>
        </a:solidFill>
      </p:bgPr>
    </p:bg>
    <p:spTree>
      <p:nvGrpSpPr>
        <p:cNvPr id="1575" name="Shape 1575"/>
        <p:cNvGrpSpPr/>
        <p:nvPr/>
      </p:nvGrpSpPr>
      <p:grpSpPr>
        <a:xfrm>
          <a:off x="0" y="0"/>
          <a:ext cx="0" cy="0"/>
          <a:chOff x="0" y="0"/>
          <a:chExt cx="0" cy="0"/>
        </a:xfrm>
      </p:grpSpPr>
      <p:sp>
        <p:nvSpPr>
          <p:cNvPr id="1576" name="Google Shape;1576;p34"/>
          <p:cNvSpPr/>
          <p:nvPr/>
        </p:nvSpPr>
        <p:spPr>
          <a:xfrm>
            <a:off x="1624320" y="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77" name="Google Shape;1577;p34"/>
          <p:cNvSpPr/>
          <p:nvPr/>
        </p:nvSpPr>
        <p:spPr>
          <a:xfrm rot="-5400000">
            <a:off x="664668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78" name="Google Shape;1578;p34"/>
          <p:cNvSpPr/>
          <p:nvPr/>
        </p:nvSpPr>
        <p:spPr>
          <a:xfrm flipH="1">
            <a:off x="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579" name="Google Shape;1579;p34"/>
          <p:cNvGrpSpPr/>
          <p:nvPr/>
        </p:nvGrpSpPr>
        <p:grpSpPr>
          <a:xfrm>
            <a:off x="-285015" y="-581447"/>
            <a:ext cx="1481610" cy="1372055"/>
            <a:chOff x="-285015" y="-581447"/>
            <a:chExt cx="1481610" cy="1372055"/>
          </a:xfrm>
        </p:grpSpPr>
        <p:sp>
          <p:nvSpPr>
            <p:cNvPr id="1580" name="Google Shape;1580;p34"/>
            <p:cNvSpPr/>
            <p:nvPr/>
          </p:nvSpPr>
          <p:spPr>
            <a:xfrm flipH="1" rot="-6423600">
              <a:off x="-73800" y="-507600"/>
              <a:ext cx="1059480" cy="122436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81" name="Google Shape;1581;p34"/>
            <p:cNvSpPr/>
            <p:nvPr/>
          </p:nvSpPr>
          <p:spPr>
            <a:xfrm flipH="1" rot="-6423600">
              <a:off x="-26280" y="-571680"/>
              <a:ext cx="757080" cy="109980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82" name="Google Shape;1582;p34"/>
            <p:cNvSpPr/>
            <p:nvPr/>
          </p:nvSpPr>
          <p:spPr>
            <a:xfrm flipH="1" rot="-6423600">
              <a:off x="7560" y="-618120"/>
              <a:ext cx="497160" cy="97956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83" name="Google Shape;1583;p34"/>
            <p:cNvSpPr/>
            <p:nvPr/>
          </p:nvSpPr>
          <p:spPr>
            <a:xfrm flipH="1" rot="-6423600">
              <a:off x="366840" y="-87120"/>
              <a:ext cx="444240" cy="22644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84" name="Google Shape;1584;p34"/>
            <p:cNvSpPr/>
            <p:nvPr/>
          </p:nvSpPr>
          <p:spPr>
            <a:xfrm flipH="1" rot="-6423600">
              <a:off x="418680" y="-133560"/>
              <a:ext cx="444240" cy="22644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85" name="Google Shape;1585;p34"/>
            <p:cNvSpPr/>
            <p:nvPr/>
          </p:nvSpPr>
          <p:spPr>
            <a:xfrm flipH="1" rot="-6423600">
              <a:off x="470520" y="-180000"/>
              <a:ext cx="444240" cy="22644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86" name="Google Shape;1586;p34"/>
            <p:cNvSpPr/>
            <p:nvPr/>
          </p:nvSpPr>
          <p:spPr>
            <a:xfrm flipH="1" rot="-6423600">
              <a:off x="191520" y="54720"/>
              <a:ext cx="369720" cy="32472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87" name="Google Shape;1587;p34"/>
            <p:cNvSpPr/>
            <p:nvPr/>
          </p:nvSpPr>
          <p:spPr>
            <a:xfrm flipH="1" rot="-6423600">
              <a:off x="262800" y="120240"/>
              <a:ext cx="282240" cy="13968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88" name="Google Shape;1588;p34"/>
            <p:cNvSpPr/>
            <p:nvPr/>
          </p:nvSpPr>
          <p:spPr>
            <a:xfrm flipH="1" rot="-6423600">
              <a:off x="270000" y="39960"/>
              <a:ext cx="146880" cy="27756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89" name="Google Shape;1589;p34"/>
            <p:cNvSpPr/>
            <p:nvPr/>
          </p:nvSpPr>
          <p:spPr>
            <a:xfrm flipH="1" rot="-6423600">
              <a:off x="208800" y="172080"/>
              <a:ext cx="282240" cy="13968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90" name="Google Shape;1590;p34"/>
            <p:cNvSpPr/>
            <p:nvPr/>
          </p:nvSpPr>
          <p:spPr>
            <a:xfrm flipH="1" rot="-6423600">
              <a:off x="336240" y="114120"/>
              <a:ext cx="146880" cy="27792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91" name="Google Shape;1591;p34"/>
            <p:cNvSpPr/>
            <p:nvPr/>
          </p:nvSpPr>
          <p:spPr>
            <a:xfrm flipH="1" rot="-6423600">
              <a:off x="304920" y="73080"/>
              <a:ext cx="143280" cy="28728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92" name="Google Shape;1592;p34"/>
            <p:cNvSpPr/>
            <p:nvPr/>
          </p:nvSpPr>
          <p:spPr>
            <a:xfrm flipH="1" rot="-6423600">
              <a:off x="232200" y="145080"/>
              <a:ext cx="287280" cy="14364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2000" lIns="91425" spcFirstLastPara="1" rIns="91425" wrap="square" tIns="72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93" name="Google Shape;1593;p34"/>
            <p:cNvSpPr/>
            <p:nvPr/>
          </p:nvSpPr>
          <p:spPr>
            <a:xfrm flipH="1" rot="-6423600">
              <a:off x="-238320" y="312480"/>
              <a:ext cx="600120" cy="26928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594" name="Google Shape;1594;p34"/>
          <p:cNvGrpSpPr/>
          <p:nvPr/>
        </p:nvGrpSpPr>
        <p:grpSpPr>
          <a:xfrm>
            <a:off x="-314677" y="4222348"/>
            <a:ext cx="1424233" cy="1395545"/>
            <a:chOff x="-314677" y="4222348"/>
            <a:chExt cx="1424233" cy="1395545"/>
          </a:xfrm>
        </p:grpSpPr>
        <p:sp>
          <p:nvSpPr>
            <p:cNvPr id="1595" name="Google Shape;1595;p34"/>
            <p:cNvSpPr/>
            <p:nvPr/>
          </p:nvSpPr>
          <p:spPr>
            <a:xfrm flipH="1" rot="-9502800">
              <a:off x="-158400" y="4389840"/>
              <a:ext cx="1111680" cy="106056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96" name="Google Shape;1596;p34"/>
            <p:cNvSpPr/>
            <p:nvPr/>
          </p:nvSpPr>
          <p:spPr>
            <a:xfrm flipH="1" rot="-9502800">
              <a:off x="-118440" y="4447800"/>
              <a:ext cx="1030680" cy="94752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97" name="Google Shape;1597;p34"/>
            <p:cNvSpPr/>
            <p:nvPr/>
          </p:nvSpPr>
          <p:spPr>
            <a:xfrm flipH="1" rot="-9502800">
              <a:off x="170640" y="4540320"/>
              <a:ext cx="446040" cy="76752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598" name="Google Shape;1598;p34"/>
            <p:cNvSpPr/>
            <p:nvPr/>
          </p:nvSpPr>
          <p:spPr>
            <a:xfrm flipH="1" rot="-9502800">
              <a:off x="-98280" y="4448520"/>
              <a:ext cx="1013400" cy="84060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99" name="Google Shape;1599;p34"/>
            <p:cNvSpPr/>
            <p:nvPr/>
          </p:nvSpPr>
          <p:spPr>
            <a:xfrm flipH="1" rot="-9502800">
              <a:off x="79920" y="4956840"/>
              <a:ext cx="47160" cy="8136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00" name="Google Shape;1600;p34"/>
            <p:cNvSpPr/>
            <p:nvPr/>
          </p:nvSpPr>
          <p:spPr>
            <a:xfrm flipH="1" rot="-9502800">
              <a:off x="122400" y="4948920"/>
              <a:ext cx="21600" cy="684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01" name="Google Shape;1601;p34"/>
            <p:cNvSpPr/>
            <p:nvPr/>
          </p:nvSpPr>
          <p:spPr>
            <a:xfrm flipH="1" rot="-9502800">
              <a:off x="649440" y="4928040"/>
              <a:ext cx="47160" cy="8136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02" name="Google Shape;1602;p34"/>
            <p:cNvSpPr/>
            <p:nvPr/>
          </p:nvSpPr>
          <p:spPr>
            <a:xfrm flipH="1" rot="-9502800">
              <a:off x="691560" y="4920120"/>
              <a:ext cx="21600" cy="684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03" name="Google Shape;1603;p34"/>
            <p:cNvSpPr/>
            <p:nvPr/>
          </p:nvSpPr>
          <p:spPr>
            <a:xfrm flipH="1" rot="-9502800">
              <a:off x="191160" y="4469040"/>
              <a:ext cx="47160" cy="8136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04" name="Google Shape;1604;p34"/>
            <p:cNvSpPr/>
            <p:nvPr/>
          </p:nvSpPr>
          <p:spPr>
            <a:xfrm flipH="1" rot="-9502800">
              <a:off x="233280" y="4461120"/>
              <a:ext cx="21600" cy="684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605" name="Google Shape;1605;p34"/>
          <p:cNvSpPr txBox="1"/>
          <p:nvPr>
            <p:ph type="title"/>
          </p:nvPr>
        </p:nvSpPr>
        <p:spPr>
          <a:xfrm>
            <a:off x="726120" y="444960"/>
            <a:ext cx="769176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1606" name="Google Shape;1606;p34"/>
          <p:cNvGrpSpPr/>
          <p:nvPr/>
        </p:nvGrpSpPr>
        <p:grpSpPr>
          <a:xfrm>
            <a:off x="8117640" y="4210200"/>
            <a:ext cx="1356480" cy="1421280"/>
            <a:chOff x="8117640" y="4210200"/>
            <a:chExt cx="1356480" cy="1421280"/>
          </a:xfrm>
        </p:grpSpPr>
        <p:sp>
          <p:nvSpPr>
            <p:cNvPr id="1607" name="Google Shape;1607;p34"/>
            <p:cNvSpPr/>
            <p:nvPr/>
          </p:nvSpPr>
          <p:spPr>
            <a:xfrm>
              <a:off x="8143200" y="4751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08" name="Google Shape;1608;p34"/>
            <p:cNvSpPr/>
            <p:nvPr/>
          </p:nvSpPr>
          <p:spPr>
            <a:xfrm>
              <a:off x="8143200" y="4751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09" name="Google Shape;1609;p34"/>
            <p:cNvSpPr/>
            <p:nvPr/>
          </p:nvSpPr>
          <p:spPr>
            <a:xfrm>
              <a:off x="8117640" y="4689000"/>
              <a:ext cx="1191960" cy="54324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10" name="Google Shape;1610;p34"/>
            <p:cNvSpPr/>
            <p:nvPr/>
          </p:nvSpPr>
          <p:spPr>
            <a:xfrm>
              <a:off x="8507880" y="4797720"/>
              <a:ext cx="798120" cy="3560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11" name="Google Shape;1611;p34"/>
            <p:cNvSpPr/>
            <p:nvPr/>
          </p:nvSpPr>
          <p:spPr>
            <a:xfrm>
              <a:off x="8533440" y="4884840"/>
              <a:ext cx="737640" cy="331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12" name="Google Shape;1612;p34"/>
            <p:cNvSpPr/>
            <p:nvPr/>
          </p:nvSpPr>
          <p:spPr>
            <a:xfrm>
              <a:off x="8559000" y="4969800"/>
              <a:ext cx="682200" cy="30852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13" name="Google Shape;1613;p34"/>
            <p:cNvSpPr/>
            <p:nvPr/>
          </p:nvSpPr>
          <p:spPr>
            <a:xfrm>
              <a:off x="8622720" y="5237640"/>
              <a:ext cx="405720" cy="19440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14" name="Google Shape;1614;p34"/>
            <p:cNvSpPr/>
            <p:nvPr/>
          </p:nvSpPr>
          <p:spPr>
            <a:xfrm>
              <a:off x="9046440" y="5163840"/>
              <a:ext cx="160920" cy="9324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46800" lIns="91425" spcFirstLastPara="1" rIns="91425" wrap="square" tIns="46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15" name="Google Shape;1615;p34"/>
            <p:cNvSpPr/>
            <p:nvPr/>
          </p:nvSpPr>
          <p:spPr>
            <a:xfrm>
              <a:off x="8602920" y="5190120"/>
              <a:ext cx="405720" cy="19404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16" name="Google Shape;1616;p34"/>
            <p:cNvSpPr/>
            <p:nvPr/>
          </p:nvSpPr>
          <p:spPr>
            <a:xfrm>
              <a:off x="8215920" y="5232600"/>
              <a:ext cx="262800" cy="13536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17" name="Google Shape;1617;p34"/>
            <p:cNvSpPr/>
            <p:nvPr/>
          </p:nvSpPr>
          <p:spPr>
            <a:xfrm>
              <a:off x="8196480" y="5185440"/>
              <a:ext cx="263160" cy="13536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18" name="Google Shape;1618;p34"/>
            <p:cNvSpPr/>
            <p:nvPr/>
          </p:nvSpPr>
          <p:spPr>
            <a:xfrm>
              <a:off x="9233640" y="5009040"/>
              <a:ext cx="146880" cy="14976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74875" lIns="91425" spcFirstLastPara="1" rIns="91425" wrap="square" tIns="74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19" name="Google Shape;1619;p34"/>
            <p:cNvSpPr/>
            <p:nvPr/>
          </p:nvSpPr>
          <p:spPr>
            <a:xfrm>
              <a:off x="9346680" y="5071320"/>
              <a:ext cx="9360" cy="86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20" name="Google Shape;1620;p34"/>
            <p:cNvSpPr/>
            <p:nvPr/>
          </p:nvSpPr>
          <p:spPr>
            <a:xfrm>
              <a:off x="9358200" y="5091120"/>
              <a:ext cx="9000" cy="86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21" name="Google Shape;1621;p34"/>
            <p:cNvSpPr/>
            <p:nvPr/>
          </p:nvSpPr>
          <p:spPr>
            <a:xfrm>
              <a:off x="9288720" y="5046120"/>
              <a:ext cx="6840" cy="756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22" name="Google Shape;1622;p34"/>
            <p:cNvSpPr/>
            <p:nvPr/>
          </p:nvSpPr>
          <p:spPr>
            <a:xfrm>
              <a:off x="9265320" y="5047560"/>
              <a:ext cx="6840" cy="756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23" name="Google Shape;1623;p34"/>
            <p:cNvSpPr/>
            <p:nvPr/>
          </p:nvSpPr>
          <p:spPr>
            <a:xfrm>
              <a:off x="8285400" y="5314680"/>
              <a:ext cx="233640" cy="23364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24" name="Google Shape;1624;p34"/>
            <p:cNvSpPr/>
            <p:nvPr/>
          </p:nvSpPr>
          <p:spPr>
            <a:xfrm>
              <a:off x="8182800" y="4253040"/>
              <a:ext cx="1134720" cy="124884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25" name="Google Shape;1625;p34"/>
            <p:cNvSpPr/>
            <p:nvPr/>
          </p:nvSpPr>
          <p:spPr>
            <a:xfrm>
              <a:off x="8130600" y="42102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26" name="Google Shape;1626;p34"/>
            <p:cNvSpPr/>
            <p:nvPr/>
          </p:nvSpPr>
          <p:spPr>
            <a:xfrm>
              <a:off x="8451720" y="4302360"/>
              <a:ext cx="566280" cy="67788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27" name="Google Shape;1627;p34"/>
            <p:cNvSpPr/>
            <p:nvPr/>
          </p:nvSpPr>
          <p:spPr>
            <a:xfrm>
              <a:off x="8503920" y="4395600"/>
              <a:ext cx="524520" cy="62748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28" name="Google Shape;1628;p34"/>
            <p:cNvSpPr/>
            <p:nvPr/>
          </p:nvSpPr>
          <p:spPr>
            <a:xfrm>
              <a:off x="8555760" y="4484520"/>
              <a:ext cx="486720" cy="58104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29" name="Google Shape;1629;p34"/>
            <p:cNvSpPr/>
            <p:nvPr/>
          </p:nvSpPr>
          <p:spPr>
            <a:xfrm>
              <a:off x="8684280" y="4821480"/>
              <a:ext cx="296640" cy="34992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30" name="Google Shape;1630;p34"/>
            <p:cNvSpPr/>
            <p:nvPr/>
          </p:nvSpPr>
          <p:spPr>
            <a:xfrm>
              <a:off x="8975520" y="4671360"/>
              <a:ext cx="128520" cy="14544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72700" lIns="91425" spcFirstLastPara="1" rIns="91425" wrap="square" tIns="72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31" name="Google Shape;1631;p34"/>
            <p:cNvSpPr/>
            <p:nvPr/>
          </p:nvSpPr>
          <p:spPr>
            <a:xfrm>
              <a:off x="8644680" y="4788720"/>
              <a:ext cx="296640" cy="34992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32" name="Google Shape;1632;p34"/>
            <p:cNvSpPr/>
            <p:nvPr/>
          </p:nvSpPr>
          <p:spPr>
            <a:xfrm>
              <a:off x="8295840" y="5075640"/>
              <a:ext cx="198360" cy="23076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33" name="Google Shape;1633;p34"/>
            <p:cNvSpPr/>
            <p:nvPr/>
          </p:nvSpPr>
          <p:spPr>
            <a:xfrm>
              <a:off x="8256240" y="5043240"/>
              <a:ext cx="198360" cy="23076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34" name="Google Shape;1634;p34"/>
            <p:cNvSpPr/>
            <p:nvPr/>
          </p:nvSpPr>
          <p:spPr>
            <a:xfrm>
              <a:off x="9063000" y="4460760"/>
              <a:ext cx="163080" cy="15588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78100" lIns="91425" spcFirstLastPara="1" rIns="91425" wrap="square" tIns="78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35" name="Google Shape;1635;p34"/>
            <p:cNvSpPr/>
            <p:nvPr/>
          </p:nvSpPr>
          <p:spPr>
            <a:xfrm>
              <a:off x="9169200" y="4515120"/>
              <a:ext cx="9000" cy="86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36" name="Google Shape;1636;p34"/>
            <p:cNvSpPr/>
            <p:nvPr/>
          </p:nvSpPr>
          <p:spPr>
            <a:xfrm>
              <a:off x="9188640" y="4527360"/>
              <a:ext cx="9000" cy="86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37" name="Google Shape;1637;p34"/>
            <p:cNvSpPr/>
            <p:nvPr/>
          </p:nvSpPr>
          <p:spPr>
            <a:xfrm>
              <a:off x="9104400" y="4519800"/>
              <a:ext cx="9000" cy="86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38" name="Google Shape;1638;p34"/>
            <p:cNvSpPr/>
            <p:nvPr/>
          </p:nvSpPr>
          <p:spPr>
            <a:xfrm>
              <a:off x="9084600" y="4532040"/>
              <a:ext cx="9000" cy="86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39" name="Google Shape;1639;p34"/>
            <p:cNvSpPr/>
            <p:nvPr/>
          </p:nvSpPr>
          <p:spPr>
            <a:xfrm>
              <a:off x="8379000" y="5155560"/>
              <a:ext cx="252000" cy="25200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40" name="Google Shape;1640;p34"/>
            <p:cNvSpPr/>
            <p:nvPr/>
          </p:nvSpPr>
          <p:spPr>
            <a:xfrm>
              <a:off x="8130600" y="42102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641" name="Google Shape;1641;p34"/>
          <p:cNvGrpSpPr/>
          <p:nvPr/>
        </p:nvGrpSpPr>
        <p:grpSpPr>
          <a:xfrm>
            <a:off x="8323211" y="-499718"/>
            <a:ext cx="1249523" cy="1209866"/>
            <a:chOff x="8323211" y="-499718"/>
            <a:chExt cx="1249523" cy="1209866"/>
          </a:xfrm>
        </p:grpSpPr>
        <p:sp>
          <p:nvSpPr>
            <p:cNvPr id="1642" name="Google Shape;1642;p34"/>
            <p:cNvSpPr/>
            <p:nvPr/>
          </p:nvSpPr>
          <p:spPr>
            <a:xfrm rot="5778600">
              <a:off x="8558640" y="-304200"/>
              <a:ext cx="960480" cy="96768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43" name="Google Shape;1643;p34"/>
            <p:cNvSpPr/>
            <p:nvPr/>
          </p:nvSpPr>
          <p:spPr>
            <a:xfrm rot="5778600">
              <a:off x="8703720" y="-142560"/>
              <a:ext cx="960480" cy="67608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44" name="Google Shape;1644;p34"/>
            <p:cNvSpPr/>
            <p:nvPr/>
          </p:nvSpPr>
          <p:spPr>
            <a:xfrm rot="5778600">
              <a:off x="9318600" y="83520"/>
              <a:ext cx="102960" cy="9288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46425" lIns="91425" spcFirstLastPara="1" rIns="91425" wrap="square" tIns="46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45" name="Google Shape;1645;p34"/>
            <p:cNvSpPr/>
            <p:nvPr/>
          </p:nvSpPr>
          <p:spPr>
            <a:xfrm rot="5778600">
              <a:off x="8780040" y="34200"/>
              <a:ext cx="395280" cy="42588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46" name="Google Shape;1646;p34"/>
            <p:cNvSpPr/>
            <p:nvPr/>
          </p:nvSpPr>
          <p:spPr>
            <a:xfrm rot="5778600">
              <a:off x="8816400" y="171720"/>
              <a:ext cx="316080" cy="33948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47" name="Google Shape;1647;p34"/>
            <p:cNvSpPr/>
            <p:nvPr/>
          </p:nvSpPr>
          <p:spPr>
            <a:xfrm rot="5778600">
              <a:off x="8839440" y="437760"/>
              <a:ext cx="104760" cy="10944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48" name="Google Shape;1648;p34"/>
            <p:cNvSpPr/>
            <p:nvPr/>
          </p:nvSpPr>
          <p:spPr>
            <a:xfrm rot="5778600">
              <a:off x="8958600" y="350280"/>
              <a:ext cx="104760" cy="10944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49" name="Google Shape;1649;p34"/>
            <p:cNvSpPr/>
            <p:nvPr/>
          </p:nvSpPr>
          <p:spPr>
            <a:xfrm rot="5778600">
              <a:off x="8244360" y="-333720"/>
              <a:ext cx="969120" cy="70920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50" name="Google Shape;1650;p34"/>
            <p:cNvSpPr/>
            <p:nvPr/>
          </p:nvSpPr>
          <p:spPr>
            <a:xfrm rot="5778600">
              <a:off x="8331840" y="-236160"/>
              <a:ext cx="969120" cy="53316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51" name="Google Shape;1651;p34"/>
            <p:cNvSpPr/>
            <p:nvPr/>
          </p:nvSpPr>
          <p:spPr>
            <a:xfrm rot="5778600">
              <a:off x="8218800" y="-148680"/>
              <a:ext cx="875880" cy="28836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52" name="Google Shape;1652;p34"/>
            <p:cNvSpPr/>
            <p:nvPr/>
          </p:nvSpPr>
          <p:spPr>
            <a:xfrm rot="5778600">
              <a:off x="8452440" y="68040"/>
              <a:ext cx="537120" cy="16200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81000" lIns="91425" spcFirstLastPara="1" rIns="91425" wrap="square" tIns="81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53" name="Google Shape;1653;p34"/>
            <p:cNvSpPr/>
            <p:nvPr/>
          </p:nvSpPr>
          <p:spPr>
            <a:xfrm rot="5778600">
              <a:off x="8559360" y="161640"/>
              <a:ext cx="423360" cy="13500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54" name="Google Shape;1654;p34"/>
            <p:cNvSpPr/>
            <p:nvPr/>
          </p:nvSpPr>
          <p:spPr>
            <a:xfrm rot="5778600">
              <a:off x="8948520" y="-267120"/>
              <a:ext cx="102240" cy="9288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46425" lIns="91425" spcFirstLastPara="1" rIns="91425" wrap="square" tIns="46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655" name="Google Shape;1655;p34"/>
          <p:cNvSpPr/>
          <p:nvPr/>
        </p:nvSpPr>
        <p:spPr>
          <a:xfrm flipH="1" rot="1596600">
            <a:off x="5692680" y="-725400"/>
            <a:ext cx="1963800" cy="11793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56" name="Google Shape;1656;p34"/>
          <p:cNvSpPr/>
          <p:nvPr/>
        </p:nvSpPr>
        <p:spPr>
          <a:xfrm rot="9203400">
            <a:off x="1523880" y="4664160"/>
            <a:ext cx="1963800" cy="11793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57" name="Google Shape;1657;p34"/>
          <p:cNvSpPr/>
          <p:nvPr/>
        </p:nvSpPr>
        <p:spPr>
          <a:xfrm>
            <a:off x="7467120" y="482760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58" name="Google Shape;1658;p34"/>
          <p:cNvSpPr/>
          <p:nvPr/>
        </p:nvSpPr>
        <p:spPr>
          <a:xfrm>
            <a:off x="8820720" y="387540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59" name="Google Shape;1659;p34"/>
          <p:cNvSpPr/>
          <p:nvPr/>
        </p:nvSpPr>
        <p:spPr>
          <a:xfrm>
            <a:off x="1363320" y="14760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60" name="Google Shape;1660;p34"/>
          <p:cNvSpPr/>
          <p:nvPr/>
        </p:nvSpPr>
        <p:spPr>
          <a:xfrm>
            <a:off x="146160" y="94176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1661" name="Google Shape;1661;p34"/>
          <p:cNvGrpSpPr/>
          <p:nvPr/>
        </p:nvGrpSpPr>
        <p:grpSpPr>
          <a:xfrm>
            <a:off x="146160" y="3496320"/>
            <a:ext cx="261720" cy="531000"/>
            <a:chOff x="146160" y="3496320"/>
            <a:chExt cx="261720" cy="531000"/>
          </a:xfrm>
        </p:grpSpPr>
        <p:sp>
          <p:nvSpPr>
            <p:cNvPr id="1662" name="Google Shape;1662;p34"/>
            <p:cNvSpPr/>
            <p:nvPr/>
          </p:nvSpPr>
          <p:spPr>
            <a:xfrm>
              <a:off x="146160" y="349632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63" name="Google Shape;1663;p34"/>
            <p:cNvSpPr/>
            <p:nvPr/>
          </p:nvSpPr>
          <p:spPr>
            <a:xfrm>
              <a:off x="218520" y="399132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64" name="Google Shape;1664;p34"/>
            <p:cNvSpPr/>
            <p:nvPr/>
          </p:nvSpPr>
          <p:spPr>
            <a:xfrm>
              <a:off x="266760" y="349632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665" name="Google Shape;1665;p34"/>
          <p:cNvGrpSpPr/>
          <p:nvPr/>
        </p:nvGrpSpPr>
        <p:grpSpPr>
          <a:xfrm>
            <a:off x="8717040" y="831600"/>
            <a:ext cx="261720" cy="531360"/>
            <a:chOff x="8717040" y="831600"/>
            <a:chExt cx="261720" cy="531360"/>
          </a:xfrm>
        </p:grpSpPr>
        <p:sp>
          <p:nvSpPr>
            <p:cNvPr id="1666" name="Google Shape;1666;p34"/>
            <p:cNvSpPr/>
            <p:nvPr/>
          </p:nvSpPr>
          <p:spPr>
            <a:xfrm>
              <a:off x="8717040" y="83160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67" name="Google Shape;1667;p34"/>
            <p:cNvSpPr/>
            <p:nvPr/>
          </p:nvSpPr>
          <p:spPr>
            <a:xfrm>
              <a:off x="8789400" y="132696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68" name="Google Shape;1668;p34"/>
            <p:cNvSpPr/>
            <p:nvPr/>
          </p:nvSpPr>
          <p:spPr>
            <a:xfrm>
              <a:off x="8837640" y="83160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1_1_1">
  <p:cSld name="CUSTOM_11_1_1">
    <p:bg>
      <p:bgPr>
        <a:solidFill>
          <a:schemeClr val="accent4"/>
        </a:solidFill>
      </p:bgPr>
    </p:bg>
    <p:spTree>
      <p:nvGrpSpPr>
        <p:cNvPr id="1669" name="Shape 1669"/>
        <p:cNvGrpSpPr/>
        <p:nvPr/>
      </p:nvGrpSpPr>
      <p:grpSpPr>
        <a:xfrm>
          <a:off x="0" y="0"/>
          <a:ext cx="0" cy="0"/>
          <a:chOff x="0" y="0"/>
          <a:chExt cx="0" cy="0"/>
        </a:xfrm>
      </p:grpSpPr>
      <p:sp>
        <p:nvSpPr>
          <p:cNvPr id="1670" name="Google Shape;1670;p35"/>
          <p:cNvSpPr/>
          <p:nvPr/>
        </p:nvSpPr>
        <p:spPr>
          <a:xfrm rot="10800000">
            <a:off x="3940920" y="401544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71" name="Google Shape;1671;p35"/>
          <p:cNvSpPr/>
          <p:nvPr/>
        </p:nvSpPr>
        <p:spPr>
          <a:xfrm rot="5400000">
            <a:off x="270360" y="-27000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72" name="Google Shape;1672;p35"/>
          <p:cNvSpPr/>
          <p:nvPr/>
        </p:nvSpPr>
        <p:spPr>
          <a:xfrm flipH="1" rot="10800000">
            <a:off x="6527520" y="36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73" name="Google Shape;1673;p35"/>
          <p:cNvSpPr txBox="1"/>
          <p:nvPr>
            <p:ph type="title"/>
          </p:nvPr>
        </p:nvSpPr>
        <p:spPr>
          <a:xfrm>
            <a:off x="726120" y="444960"/>
            <a:ext cx="769176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1674" name="Google Shape;1674;p35"/>
          <p:cNvGrpSpPr/>
          <p:nvPr/>
        </p:nvGrpSpPr>
        <p:grpSpPr>
          <a:xfrm>
            <a:off x="-381960" y="-565200"/>
            <a:ext cx="1242720" cy="1149840"/>
            <a:chOff x="-381960" y="-565200"/>
            <a:chExt cx="1242720" cy="1149840"/>
          </a:xfrm>
        </p:grpSpPr>
        <p:sp>
          <p:nvSpPr>
            <p:cNvPr id="1675" name="Google Shape;1675;p35"/>
            <p:cNvSpPr/>
            <p:nvPr/>
          </p:nvSpPr>
          <p:spPr>
            <a:xfrm>
              <a:off x="-381960" y="-565200"/>
              <a:ext cx="1242720" cy="114984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76" name="Google Shape;1676;p35"/>
            <p:cNvSpPr/>
            <p:nvPr/>
          </p:nvSpPr>
          <p:spPr>
            <a:xfrm>
              <a:off x="-207720" y="-23472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77" name="Google Shape;1677;p35"/>
            <p:cNvSpPr/>
            <p:nvPr/>
          </p:nvSpPr>
          <p:spPr>
            <a:xfrm>
              <a:off x="-222480" y="-421920"/>
              <a:ext cx="850680" cy="7092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78" name="Google Shape;1678;p35"/>
            <p:cNvSpPr/>
            <p:nvPr/>
          </p:nvSpPr>
          <p:spPr>
            <a:xfrm>
              <a:off x="187560" y="-193680"/>
              <a:ext cx="178560" cy="27000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79" name="Google Shape;1679;p35"/>
            <p:cNvSpPr/>
            <p:nvPr/>
          </p:nvSpPr>
          <p:spPr>
            <a:xfrm>
              <a:off x="188640" y="28440"/>
              <a:ext cx="90720" cy="3052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80" name="Google Shape;1680;p35"/>
            <p:cNvSpPr/>
            <p:nvPr/>
          </p:nvSpPr>
          <p:spPr>
            <a:xfrm>
              <a:off x="204840" y="43920"/>
              <a:ext cx="19440" cy="172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81" name="Google Shape;1681;p35"/>
            <p:cNvSpPr/>
            <p:nvPr/>
          </p:nvSpPr>
          <p:spPr>
            <a:xfrm>
              <a:off x="-207720" y="-23472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82" name="Google Shape;1682;p35"/>
            <p:cNvSpPr/>
            <p:nvPr/>
          </p:nvSpPr>
          <p:spPr>
            <a:xfrm>
              <a:off x="-182880" y="-380880"/>
              <a:ext cx="873360" cy="83304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683" name="Google Shape;1683;p35"/>
          <p:cNvGrpSpPr/>
          <p:nvPr/>
        </p:nvGrpSpPr>
        <p:grpSpPr>
          <a:xfrm>
            <a:off x="-336181" y="4301707"/>
            <a:ext cx="1455893" cy="1505077"/>
            <a:chOff x="-336181" y="4301707"/>
            <a:chExt cx="1455893" cy="1505077"/>
          </a:xfrm>
        </p:grpSpPr>
        <p:sp>
          <p:nvSpPr>
            <p:cNvPr id="1684" name="Google Shape;1684;p35"/>
            <p:cNvSpPr/>
            <p:nvPr/>
          </p:nvSpPr>
          <p:spPr>
            <a:xfrm rot="6685800">
              <a:off x="-37800" y="4647600"/>
              <a:ext cx="1005120" cy="101268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85" name="Google Shape;1685;p35"/>
            <p:cNvSpPr/>
            <p:nvPr/>
          </p:nvSpPr>
          <p:spPr>
            <a:xfrm rot="6685800">
              <a:off x="104040" y="4856040"/>
              <a:ext cx="1005120" cy="70740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86" name="Google Shape;1686;p35"/>
            <p:cNvSpPr/>
            <p:nvPr/>
          </p:nvSpPr>
          <p:spPr>
            <a:xfrm rot="6685800">
              <a:off x="758520" y="5145840"/>
              <a:ext cx="107640" cy="9720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48600" lIns="91425" spcFirstLastPara="1" rIns="91425" wrap="square" tIns="48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87" name="Google Shape;1687;p35"/>
            <p:cNvSpPr/>
            <p:nvPr/>
          </p:nvSpPr>
          <p:spPr>
            <a:xfrm rot="6685800">
              <a:off x="177120" y="4983120"/>
              <a:ext cx="413640" cy="44568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88" name="Google Shape;1688;p35"/>
            <p:cNvSpPr/>
            <p:nvPr/>
          </p:nvSpPr>
          <p:spPr>
            <a:xfrm rot="6685800">
              <a:off x="189720" y="5122440"/>
              <a:ext cx="330840" cy="35532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89" name="Google Shape;1689;p35"/>
            <p:cNvSpPr/>
            <p:nvPr/>
          </p:nvSpPr>
          <p:spPr>
            <a:xfrm rot="6685800">
              <a:off x="175320" y="5373360"/>
              <a:ext cx="109800" cy="11448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57225" lIns="91425" spcFirstLastPara="1" rIns="91425" wrap="square" tIns="57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90" name="Google Shape;1690;p35"/>
            <p:cNvSpPr/>
            <p:nvPr/>
          </p:nvSpPr>
          <p:spPr>
            <a:xfrm rot="6685800">
              <a:off x="319680" y="5317560"/>
              <a:ext cx="109800" cy="11448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57225" lIns="91425" spcFirstLastPara="1" rIns="91425" wrap="square" tIns="57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91" name="Google Shape;1691;p35"/>
            <p:cNvSpPr/>
            <p:nvPr/>
          </p:nvSpPr>
          <p:spPr>
            <a:xfrm rot="6685800">
              <a:off x="-312480" y="4538160"/>
              <a:ext cx="1014120" cy="7423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92" name="Google Shape;1692;p35"/>
            <p:cNvSpPr/>
            <p:nvPr/>
          </p:nvSpPr>
          <p:spPr>
            <a:xfrm rot="6685800">
              <a:off x="-226800" y="4663800"/>
              <a:ext cx="1014120" cy="55800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93" name="Google Shape;1693;p35"/>
            <p:cNvSpPr/>
            <p:nvPr/>
          </p:nvSpPr>
          <p:spPr>
            <a:xfrm rot="6685800">
              <a:off x="-329040" y="4712760"/>
              <a:ext cx="916560" cy="30168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94" name="Google Shape;1694;p35"/>
            <p:cNvSpPr/>
            <p:nvPr/>
          </p:nvSpPr>
          <p:spPr>
            <a:xfrm rot="6685800">
              <a:off x="-128880" y="4951800"/>
              <a:ext cx="561960" cy="16956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84950" lIns="91425" spcFirstLastPara="1" rIns="91425" wrap="square" tIns="84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95" name="Google Shape;1695;p35"/>
            <p:cNvSpPr/>
            <p:nvPr/>
          </p:nvSpPr>
          <p:spPr>
            <a:xfrm rot="6685800">
              <a:off x="-41040" y="5060520"/>
              <a:ext cx="443160" cy="14148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70900" lIns="91425" spcFirstLastPara="1" rIns="91425" wrap="square" tIns="70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96" name="Google Shape;1696;p35"/>
            <p:cNvSpPr/>
            <p:nvPr/>
          </p:nvSpPr>
          <p:spPr>
            <a:xfrm rot="6685800">
              <a:off x="480240" y="4690440"/>
              <a:ext cx="106920" cy="9720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48600" lIns="91425" spcFirstLastPara="1" rIns="91425" wrap="square" tIns="48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697" name="Google Shape;1697;p35"/>
          <p:cNvGrpSpPr/>
          <p:nvPr/>
        </p:nvGrpSpPr>
        <p:grpSpPr>
          <a:xfrm>
            <a:off x="7952705" y="4173126"/>
            <a:ext cx="1570161" cy="1494348"/>
            <a:chOff x="7952705" y="4173126"/>
            <a:chExt cx="1570161" cy="1494348"/>
          </a:xfrm>
        </p:grpSpPr>
        <p:sp>
          <p:nvSpPr>
            <p:cNvPr id="1698" name="Google Shape;1698;p35"/>
            <p:cNvSpPr/>
            <p:nvPr/>
          </p:nvSpPr>
          <p:spPr>
            <a:xfrm flipH="1" rot="3837000">
              <a:off x="8206200" y="4306320"/>
              <a:ext cx="1063080" cy="122796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699" name="Google Shape;1699;p35"/>
            <p:cNvSpPr/>
            <p:nvPr/>
          </p:nvSpPr>
          <p:spPr>
            <a:xfrm flipH="1" rot="3837000">
              <a:off x="8480880" y="4477320"/>
              <a:ext cx="759240" cy="110340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00" name="Google Shape;1700;p35"/>
            <p:cNvSpPr/>
            <p:nvPr/>
          </p:nvSpPr>
          <p:spPr>
            <a:xfrm flipH="1" rot="3837000">
              <a:off x="8722440" y="4629240"/>
              <a:ext cx="498960" cy="98244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01" name="Google Shape;1701;p35"/>
            <p:cNvSpPr/>
            <p:nvPr/>
          </p:nvSpPr>
          <p:spPr>
            <a:xfrm flipH="1" rot="3837000">
              <a:off x="8394840" y="4905720"/>
              <a:ext cx="445680" cy="22716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02" name="Google Shape;1702;p35"/>
            <p:cNvSpPr/>
            <p:nvPr/>
          </p:nvSpPr>
          <p:spPr>
            <a:xfrm flipH="1" rot="3837000">
              <a:off x="8350920" y="4959720"/>
              <a:ext cx="445680" cy="22716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03" name="Google Shape;1703;p35"/>
            <p:cNvSpPr/>
            <p:nvPr/>
          </p:nvSpPr>
          <p:spPr>
            <a:xfrm flipH="1" rot="3837000">
              <a:off x="8306640" y="5014080"/>
              <a:ext cx="445680" cy="22716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04" name="Google Shape;1704;p35"/>
            <p:cNvSpPr/>
            <p:nvPr/>
          </p:nvSpPr>
          <p:spPr>
            <a:xfrm flipH="1" rot="3837000">
              <a:off x="8613360" y="4634640"/>
              <a:ext cx="370800" cy="32544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05" name="Google Shape;1705;p35"/>
            <p:cNvSpPr/>
            <p:nvPr/>
          </p:nvSpPr>
          <p:spPr>
            <a:xfrm flipH="1" rot="3837000">
              <a:off x="8634600" y="4757760"/>
              <a:ext cx="282600" cy="14004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70200" lIns="91425" spcFirstLastPara="1" rIns="91425" wrap="square" tIns="70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06" name="Google Shape;1706;p35"/>
            <p:cNvSpPr/>
            <p:nvPr/>
          </p:nvSpPr>
          <p:spPr>
            <a:xfrm flipH="1" rot="3837000">
              <a:off x="8763120" y="4690440"/>
              <a:ext cx="147600" cy="27864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07" name="Google Shape;1707;p35"/>
            <p:cNvSpPr/>
            <p:nvPr/>
          </p:nvSpPr>
          <p:spPr>
            <a:xfrm flipH="1" rot="3837000">
              <a:off x="8679960" y="4697640"/>
              <a:ext cx="282600" cy="14004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70200" lIns="91425" spcFirstLastPara="1" rIns="91425" wrap="square" tIns="70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08" name="Google Shape;1708;p35"/>
            <p:cNvSpPr/>
            <p:nvPr/>
          </p:nvSpPr>
          <p:spPr>
            <a:xfrm flipH="1" rot="3837000">
              <a:off x="8686440" y="4626720"/>
              <a:ext cx="147240" cy="27828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09" name="Google Shape;1709;p35"/>
            <p:cNvSpPr/>
            <p:nvPr/>
          </p:nvSpPr>
          <p:spPr>
            <a:xfrm flipH="1" rot="3837000">
              <a:off x="8726760" y="4652280"/>
              <a:ext cx="143280" cy="28836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10" name="Google Shape;1710;p35"/>
            <p:cNvSpPr/>
            <p:nvPr/>
          </p:nvSpPr>
          <p:spPr>
            <a:xfrm flipH="1" rot="3837000">
              <a:off x="8655480" y="4725720"/>
              <a:ext cx="288000" cy="14364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2000" lIns="91425" spcFirstLastPara="1" rIns="91425" wrap="square" tIns="72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11" name="Google Shape;1711;p35"/>
            <p:cNvSpPr/>
            <p:nvPr/>
          </p:nvSpPr>
          <p:spPr>
            <a:xfrm flipH="1" rot="3837000">
              <a:off x="8773560" y="4383360"/>
              <a:ext cx="602280" cy="27000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712" name="Google Shape;1712;p35"/>
          <p:cNvSpPr/>
          <p:nvPr/>
        </p:nvSpPr>
        <p:spPr>
          <a:xfrm>
            <a:off x="8771040" y="96876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1713" name="Google Shape;1713;p35"/>
          <p:cNvGrpSpPr/>
          <p:nvPr/>
        </p:nvGrpSpPr>
        <p:grpSpPr>
          <a:xfrm>
            <a:off x="7982598" y="-686431"/>
            <a:ext cx="1659684" cy="1655102"/>
            <a:chOff x="7982598" y="-686431"/>
            <a:chExt cx="1659684" cy="1655102"/>
          </a:xfrm>
        </p:grpSpPr>
        <p:sp>
          <p:nvSpPr>
            <p:cNvPr id="1714" name="Google Shape;1714;p35"/>
            <p:cNvSpPr/>
            <p:nvPr/>
          </p:nvSpPr>
          <p:spPr>
            <a:xfrm rot="2499000">
              <a:off x="8211600" y="-432000"/>
              <a:ext cx="1201680" cy="114624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15" name="Google Shape;1715;p35"/>
            <p:cNvSpPr/>
            <p:nvPr/>
          </p:nvSpPr>
          <p:spPr>
            <a:xfrm rot="2499000">
              <a:off x="8255880" y="-371880"/>
              <a:ext cx="1113840" cy="102420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16" name="Google Shape;1716;p35"/>
            <p:cNvSpPr/>
            <p:nvPr/>
          </p:nvSpPr>
          <p:spPr>
            <a:xfrm rot="2499000">
              <a:off x="8573040" y="-279000"/>
              <a:ext cx="482040" cy="82908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17" name="Google Shape;1717;p35"/>
            <p:cNvSpPr/>
            <p:nvPr/>
          </p:nvSpPr>
          <p:spPr>
            <a:xfrm rot="2499000">
              <a:off x="8219880" y="-276840"/>
              <a:ext cx="1095480" cy="90864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18" name="Google Shape;1718;p35"/>
            <p:cNvSpPr/>
            <p:nvPr/>
          </p:nvSpPr>
          <p:spPr>
            <a:xfrm rot="2499000">
              <a:off x="8717760" y="-222840"/>
              <a:ext cx="51120" cy="8784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3900" lIns="91425" spcFirstLastPara="1" rIns="91425" wrap="square" tIns="43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19" name="Google Shape;1719;p35"/>
            <p:cNvSpPr/>
            <p:nvPr/>
          </p:nvSpPr>
          <p:spPr>
            <a:xfrm rot="2499000">
              <a:off x="8702640" y="-132840"/>
              <a:ext cx="23400" cy="792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20" name="Google Shape;1720;p35"/>
            <p:cNvSpPr/>
            <p:nvPr/>
          </p:nvSpPr>
          <p:spPr>
            <a:xfrm rot="2499000">
              <a:off x="8966880" y="340200"/>
              <a:ext cx="51120" cy="8784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3900" lIns="91425" spcFirstLastPara="1" rIns="91425" wrap="square" tIns="43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21" name="Google Shape;1721;p35"/>
            <p:cNvSpPr/>
            <p:nvPr/>
          </p:nvSpPr>
          <p:spPr>
            <a:xfrm rot="2499000">
              <a:off x="8951760" y="430200"/>
              <a:ext cx="23400" cy="792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22" name="Google Shape;1722;p35"/>
            <p:cNvSpPr/>
            <p:nvPr/>
          </p:nvSpPr>
          <p:spPr>
            <a:xfrm rot="2499000">
              <a:off x="8300880" y="120960"/>
              <a:ext cx="51120" cy="8784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3900" lIns="91425" spcFirstLastPara="1" rIns="91425" wrap="square" tIns="43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23" name="Google Shape;1723;p35"/>
            <p:cNvSpPr/>
            <p:nvPr/>
          </p:nvSpPr>
          <p:spPr>
            <a:xfrm rot="2499000">
              <a:off x="8285760" y="210960"/>
              <a:ext cx="23400" cy="792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724" name="Google Shape;1724;p35"/>
          <p:cNvSpPr/>
          <p:nvPr/>
        </p:nvSpPr>
        <p:spPr>
          <a:xfrm rot="255600">
            <a:off x="4619520" y="-842400"/>
            <a:ext cx="3148200" cy="13996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25" name="Google Shape;1725;p35"/>
          <p:cNvSpPr/>
          <p:nvPr/>
        </p:nvSpPr>
        <p:spPr>
          <a:xfrm>
            <a:off x="229680" y="387936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26" name="Google Shape;1726;p35"/>
          <p:cNvSpPr/>
          <p:nvPr/>
        </p:nvSpPr>
        <p:spPr>
          <a:xfrm flipH="1" rot="10544400">
            <a:off x="1695600" y="4592880"/>
            <a:ext cx="3148200" cy="13996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727" name="Google Shape;1727;p35"/>
          <p:cNvGrpSpPr/>
          <p:nvPr/>
        </p:nvGrpSpPr>
        <p:grpSpPr>
          <a:xfrm>
            <a:off x="191160" y="1080720"/>
            <a:ext cx="261720" cy="531000"/>
            <a:chOff x="191160" y="1080720"/>
            <a:chExt cx="261720" cy="531000"/>
          </a:xfrm>
        </p:grpSpPr>
        <p:sp>
          <p:nvSpPr>
            <p:cNvPr id="1728" name="Google Shape;1728;p35"/>
            <p:cNvSpPr/>
            <p:nvPr/>
          </p:nvSpPr>
          <p:spPr>
            <a:xfrm flipH="1">
              <a:off x="191160" y="108072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29" name="Google Shape;1729;p35"/>
            <p:cNvSpPr/>
            <p:nvPr/>
          </p:nvSpPr>
          <p:spPr>
            <a:xfrm flipH="1">
              <a:off x="263880" y="157572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30" name="Google Shape;1730;p35"/>
            <p:cNvSpPr/>
            <p:nvPr/>
          </p:nvSpPr>
          <p:spPr>
            <a:xfrm flipH="1">
              <a:off x="191880" y="108072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731" name="Google Shape;1731;p35"/>
          <p:cNvGrpSpPr/>
          <p:nvPr/>
        </p:nvGrpSpPr>
        <p:grpSpPr>
          <a:xfrm>
            <a:off x="8718120" y="3347640"/>
            <a:ext cx="261720" cy="531360"/>
            <a:chOff x="8718120" y="3347640"/>
            <a:chExt cx="261720" cy="531360"/>
          </a:xfrm>
        </p:grpSpPr>
        <p:sp>
          <p:nvSpPr>
            <p:cNvPr id="1732" name="Google Shape;1732;p35"/>
            <p:cNvSpPr/>
            <p:nvPr/>
          </p:nvSpPr>
          <p:spPr>
            <a:xfrm flipH="1">
              <a:off x="8718120" y="334764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33" name="Google Shape;1733;p35"/>
            <p:cNvSpPr/>
            <p:nvPr/>
          </p:nvSpPr>
          <p:spPr>
            <a:xfrm flipH="1">
              <a:off x="8791200" y="384300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34" name="Google Shape;1734;p35"/>
            <p:cNvSpPr/>
            <p:nvPr/>
          </p:nvSpPr>
          <p:spPr>
            <a:xfrm flipH="1">
              <a:off x="8718840" y="334764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1_1_1_1">
  <p:cSld name="CUSTOM_11_1_1_1">
    <p:bg>
      <p:bgPr>
        <a:solidFill>
          <a:schemeClr val="accent4"/>
        </a:solidFill>
      </p:bgPr>
    </p:bg>
    <p:spTree>
      <p:nvGrpSpPr>
        <p:cNvPr id="1735" name="Shape 1735"/>
        <p:cNvGrpSpPr/>
        <p:nvPr/>
      </p:nvGrpSpPr>
      <p:grpSpPr>
        <a:xfrm>
          <a:off x="0" y="0"/>
          <a:ext cx="0" cy="0"/>
          <a:chOff x="0" y="0"/>
          <a:chExt cx="0" cy="0"/>
        </a:xfrm>
      </p:grpSpPr>
      <p:sp>
        <p:nvSpPr>
          <p:cNvPr id="1736" name="Google Shape;1736;p36"/>
          <p:cNvSpPr/>
          <p:nvPr/>
        </p:nvSpPr>
        <p:spPr>
          <a:xfrm flipH="1">
            <a:off x="3939840" y="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37" name="Google Shape;1737;p36"/>
          <p:cNvSpPr/>
          <p:nvPr/>
        </p:nvSpPr>
        <p:spPr>
          <a:xfrm flipH="1" rot="5400000">
            <a:off x="27000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38" name="Google Shape;1738;p36"/>
          <p:cNvSpPr/>
          <p:nvPr/>
        </p:nvSpPr>
        <p:spPr>
          <a:xfrm>
            <a:off x="652716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39" name="Google Shape;1739;p36"/>
          <p:cNvSpPr txBox="1"/>
          <p:nvPr>
            <p:ph type="title"/>
          </p:nvPr>
        </p:nvSpPr>
        <p:spPr>
          <a:xfrm>
            <a:off x="726120" y="444960"/>
            <a:ext cx="769176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1740" name="Google Shape;1740;p36"/>
          <p:cNvGrpSpPr/>
          <p:nvPr/>
        </p:nvGrpSpPr>
        <p:grpSpPr>
          <a:xfrm>
            <a:off x="-381960" y="-565200"/>
            <a:ext cx="1242720" cy="1149840"/>
            <a:chOff x="-381960" y="-565200"/>
            <a:chExt cx="1242720" cy="1149840"/>
          </a:xfrm>
        </p:grpSpPr>
        <p:sp>
          <p:nvSpPr>
            <p:cNvPr id="1741" name="Google Shape;1741;p36"/>
            <p:cNvSpPr/>
            <p:nvPr/>
          </p:nvSpPr>
          <p:spPr>
            <a:xfrm>
              <a:off x="-381960" y="-565200"/>
              <a:ext cx="1242720" cy="114984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42" name="Google Shape;1742;p36"/>
            <p:cNvSpPr/>
            <p:nvPr/>
          </p:nvSpPr>
          <p:spPr>
            <a:xfrm>
              <a:off x="-207720" y="-23472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43" name="Google Shape;1743;p36"/>
            <p:cNvSpPr/>
            <p:nvPr/>
          </p:nvSpPr>
          <p:spPr>
            <a:xfrm>
              <a:off x="-222480" y="-421920"/>
              <a:ext cx="850680" cy="7092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44" name="Google Shape;1744;p36"/>
            <p:cNvSpPr/>
            <p:nvPr/>
          </p:nvSpPr>
          <p:spPr>
            <a:xfrm>
              <a:off x="187560" y="-193680"/>
              <a:ext cx="178560" cy="27000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45" name="Google Shape;1745;p36"/>
            <p:cNvSpPr/>
            <p:nvPr/>
          </p:nvSpPr>
          <p:spPr>
            <a:xfrm>
              <a:off x="188640" y="28440"/>
              <a:ext cx="90720" cy="3052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46" name="Google Shape;1746;p36"/>
            <p:cNvSpPr/>
            <p:nvPr/>
          </p:nvSpPr>
          <p:spPr>
            <a:xfrm>
              <a:off x="204840" y="43920"/>
              <a:ext cx="19440" cy="172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47" name="Google Shape;1747;p36"/>
            <p:cNvSpPr/>
            <p:nvPr/>
          </p:nvSpPr>
          <p:spPr>
            <a:xfrm>
              <a:off x="-207720" y="-23472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48" name="Google Shape;1748;p36"/>
            <p:cNvSpPr/>
            <p:nvPr/>
          </p:nvSpPr>
          <p:spPr>
            <a:xfrm>
              <a:off x="-182880" y="-380880"/>
              <a:ext cx="873360" cy="83304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749" name="Google Shape;1749;p36"/>
          <p:cNvGrpSpPr/>
          <p:nvPr/>
        </p:nvGrpSpPr>
        <p:grpSpPr>
          <a:xfrm>
            <a:off x="-336181" y="4301707"/>
            <a:ext cx="1455893" cy="1505077"/>
            <a:chOff x="-336181" y="4301707"/>
            <a:chExt cx="1455893" cy="1505077"/>
          </a:xfrm>
        </p:grpSpPr>
        <p:sp>
          <p:nvSpPr>
            <p:cNvPr id="1750" name="Google Shape;1750;p36"/>
            <p:cNvSpPr/>
            <p:nvPr/>
          </p:nvSpPr>
          <p:spPr>
            <a:xfrm rot="6685800">
              <a:off x="-37800" y="4647600"/>
              <a:ext cx="1005120" cy="101268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51" name="Google Shape;1751;p36"/>
            <p:cNvSpPr/>
            <p:nvPr/>
          </p:nvSpPr>
          <p:spPr>
            <a:xfrm rot="6685800">
              <a:off x="104040" y="4856040"/>
              <a:ext cx="1005120" cy="70740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52" name="Google Shape;1752;p36"/>
            <p:cNvSpPr/>
            <p:nvPr/>
          </p:nvSpPr>
          <p:spPr>
            <a:xfrm rot="6685800">
              <a:off x="758520" y="5145840"/>
              <a:ext cx="107640" cy="9720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48600" lIns="91425" spcFirstLastPara="1" rIns="91425" wrap="square" tIns="48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53" name="Google Shape;1753;p36"/>
            <p:cNvSpPr/>
            <p:nvPr/>
          </p:nvSpPr>
          <p:spPr>
            <a:xfrm rot="6685800">
              <a:off x="177120" y="4983120"/>
              <a:ext cx="413640" cy="44568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54" name="Google Shape;1754;p36"/>
            <p:cNvSpPr/>
            <p:nvPr/>
          </p:nvSpPr>
          <p:spPr>
            <a:xfrm rot="6685800">
              <a:off x="189720" y="5122440"/>
              <a:ext cx="330840" cy="35532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55" name="Google Shape;1755;p36"/>
            <p:cNvSpPr/>
            <p:nvPr/>
          </p:nvSpPr>
          <p:spPr>
            <a:xfrm rot="6685800">
              <a:off x="175320" y="5373360"/>
              <a:ext cx="109800" cy="11448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57225" lIns="91425" spcFirstLastPara="1" rIns="91425" wrap="square" tIns="57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56" name="Google Shape;1756;p36"/>
            <p:cNvSpPr/>
            <p:nvPr/>
          </p:nvSpPr>
          <p:spPr>
            <a:xfrm rot="6685800">
              <a:off x="319680" y="5317560"/>
              <a:ext cx="109800" cy="11448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57225" lIns="91425" spcFirstLastPara="1" rIns="91425" wrap="square" tIns="572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57" name="Google Shape;1757;p36"/>
            <p:cNvSpPr/>
            <p:nvPr/>
          </p:nvSpPr>
          <p:spPr>
            <a:xfrm rot="6685800">
              <a:off x="-312480" y="4538160"/>
              <a:ext cx="1014120" cy="7423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58" name="Google Shape;1758;p36"/>
            <p:cNvSpPr/>
            <p:nvPr/>
          </p:nvSpPr>
          <p:spPr>
            <a:xfrm rot="6685800">
              <a:off x="-226800" y="4663800"/>
              <a:ext cx="1014120" cy="55800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59" name="Google Shape;1759;p36"/>
            <p:cNvSpPr/>
            <p:nvPr/>
          </p:nvSpPr>
          <p:spPr>
            <a:xfrm rot="6685800">
              <a:off x="-329040" y="4712760"/>
              <a:ext cx="916560" cy="30168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60" name="Google Shape;1760;p36"/>
            <p:cNvSpPr/>
            <p:nvPr/>
          </p:nvSpPr>
          <p:spPr>
            <a:xfrm rot="6685800">
              <a:off x="-128880" y="4951800"/>
              <a:ext cx="561960" cy="16956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84950" lIns="91425" spcFirstLastPara="1" rIns="91425" wrap="square" tIns="84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61" name="Google Shape;1761;p36"/>
            <p:cNvSpPr/>
            <p:nvPr/>
          </p:nvSpPr>
          <p:spPr>
            <a:xfrm rot="6685800">
              <a:off x="-41040" y="5060520"/>
              <a:ext cx="443160" cy="14148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70900" lIns="91425" spcFirstLastPara="1" rIns="91425" wrap="square" tIns="70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62" name="Google Shape;1762;p36"/>
            <p:cNvSpPr/>
            <p:nvPr/>
          </p:nvSpPr>
          <p:spPr>
            <a:xfrm rot="6685800">
              <a:off x="480240" y="4690440"/>
              <a:ext cx="106920" cy="9720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48600" lIns="91425" spcFirstLastPara="1" rIns="91425" wrap="square" tIns="48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763" name="Google Shape;1763;p36"/>
          <p:cNvGrpSpPr/>
          <p:nvPr/>
        </p:nvGrpSpPr>
        <p:grpSpPr>
          <a:xfrm>
            <a:off x="7952705" y="4173126"/>
            <a:ext cx="1570161" cy="1494348"/>
            <a:chOff x="7952705" y="4173126"/>
            <a:chExt cx="1570161" cy="1494348"/>
          </a:xfrm>
        </p:grpSpPr>
        <p:sp>
          <p:nvSpPr>
            <p:cNvPr id="1764" name="Google Shape;1764;p36"/>
            <p:cNvSpPr/>
            <p:nvPr/>
          </p:nvSpPr>
          <p:spPr>
            <a:xfrm flipH="1" rot="3837000">
              <a:off x="8206200" y="4306320"/>
              <a:ext cx="1063080" cy="122796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65" name="Google Shape;1765;p36"/>
            <p:cNvSpPr/>
            <p:nvPr/>
          </p:nvSpPr>
          <p:spPr>
            <a:xfrm flipH="1" rot="3837000">
              <a:off x="8480880" y="4477320"/>
              <a:ext cx="759240" cy="110340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66" name="Google Shape;1766;p36"/>
            <p:cNvSpPr/>
            <p:nvPr/>
          </p:nvSpPr>
          <p:spPr>
            <a:xfrm flipH="1" rot="3837000">
              <a:off x="8722440" y="4629240"/>
              <a:ext cx="498960" cy="98244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67" name="Google Shape;1767;p36"/>
            <p:cNvSpPr/>
            <p:nvPr/>
          </p:nvSpPr>
          <p:spPr>
            <a:xfrm flipH="1" rot="3837000">
              <a:off x="8394840" y="4905720"/>
              <a:ext cx="445680" cy="22716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68" name="Google Shape;1768;p36"/>
            <p:cNvSpPr/>
            <p:nvPr/>
          </p:nvSpPr>
          <p:spPr>
            <a:xfrm flipH="1" rot="3837000">
              <a:off x="8350920" y="4959720"/>
              <a:ext cx="445680" cy="22716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69" name="Google Shape;1769;p36"/>
            <p:cNvSpPr/>
            <p:nvPr/>
          </p:nvSpPr>
          <p:spPr>
            <a:xfrm flipH="1" rot="3837000">
              <a:off x="8306640" y="5014080"/>
              <a:ext cx="445680" cy="22716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70" name="Google Shape;1770;p36"/>
            <p:cNvSpPr/>
            <p:nvPr/>
          </p:nvSpPr>
          <p:spPr>
            <a:xfrm flipH="1" rot="3837000">
              <a:off x="8613360" y="4634640"/>
              <a:ext cx="370800" cy="32544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71" name="Google Shape;1771;p36"/>
            <p:cNvSpPr/>
            <p:nvPr/>
          </p:nvSpPr>
          <p:spPr>
            <a:xfrm flipH="1" rot="3837000">
              <a:off x="8634600" y="4757760"/>
              <a:ext cx="282600" cy="14004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70200" lIns="91425" spcFirstLastPara="1" rIns="91425" wrap="square" tIns="70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72" name="Google Shape;1772;p36"/>
            <p:cNvSpPr/>
            <p:nvPr/>
          </p:nvSpPr>
          <p:spPr>
            <a:xfrm flipH="1" rot="3837000">
              <a:off x="8763120" y="4690440"/>
              <a:ext cx="147600" cy="27864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73" name="Google Shape;1773;p36"/>
            <p:cNvSpPr/>
            <p:nvPr/>
          </p:nvSpPr>
          <p:spPr>
            <a:xfrm flipH="1" rot="3837000">
              <a:off x="8679960" y="4697640"/>
              <a:ext cx="282600" cy="14004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70200" lIns="91425" spcFirstLastPara="1" rIns="91425" wrap="square" tIns="70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74" name="Google Shape;1774;p36"/>
            <p:cNvSpPr/>
            <p:nvPr/>
          </p:nvSpPr>
          <p:spPr>
            <a:xfrm flipH="1" rot="3837000">
              <a:off x="8686440" y="4626720"/>
              <a:ext cx="147240" cy="27828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75" name="Google Shape;1775;p36"/>
            <p:cNvSpPr/>
            <p:nvPr/>
          </p:nvSpPr>
          <p:spPr>
            <a:xfrm flipH="1" rot="3837000">
              <a:off x="8726760" y="4652280"/>
              <a:ext cx="143280" cy="28836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76" name="Google Shape;1776;p36"/>
            <p:cNvSpPr/>
            <p:nvPr/>
          </p:nvSpPr>
          <p:spPr>
            <a:xfrm flipH="1" rot="3837000">
              <a:off x="8655480" y="4725720"/>
              <a:ext cx="288000" cy="14364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2000" lIns="91425" spcFirstLastPara="1" rIns="91425" wrap="square" tIns="72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77" name="Google Shape;1777;p36"/>
            <p:cNvSpPr/>
            <p:nvPr/>
          </p:nvSpPr>
          <p:spPr>
            <a:xfrm flipH="1" rot="3837000">
              <a:off x="8773560" y="4383360"/>
              <a:ext cx="602280" cy="27000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778" name="Google Shape;1778;p36"/>
          <p:cNvGrpSpPr/>
          <p:nvPr/>
        </p:nvGrpSpPr>
        <p:grpSpPr>
          <a:xfrm>
            <a:off x="8025083" y="-565652"/>
            <a:ext cx="1424233" cy="1395545"/>
            <a:chOff x="8025083" y="-565652"/>
            <a:chExt cx="1424233" cy="1395545"/>
          </a:xfrm>
        </p:grpSpPr>
        <p:sp>
          <p:nvSpPr>
            <p:cNvPr id="1779" name="Google Shape;1779;p36"/>
            <p:cNvSpPr/>
            <p:nvPr/>
          </p:nvSpPr>
          <p:spPr>
            <a:xfrm flipH="1" rot="-9502800">
              <a:off x="8181360" y="-398160"/>
              <a:ext cx="1111680" cy="106056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80" name="Google Shape;1780;p36"/>
            <p:cNvSpPr/>
            <p:nvPr/>
          </p:nvSpPr>
          <p:spPr>
            <a:xfrm flipH="1" rot="-9502800">
              <a:off x="8221680" y="-339840"/>
              <a:ext cx="1030680" cy="94752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81" name="Google Shape;1781;p36"/>
            <p:cNvSpPr/>
            <p:nvPr/>
          </p:nvSpPr>
          <p:spPr>
            <a:xfrm flipH="1" rot="-9502800">
              <a:off x="8510760" y="-247680"/>
              <a:ext cx="446040" cy="76752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82" name="Google Shape;1782;p36"/>
            <p:cNvSpPr/>
            <p:nvPr/>
          </p:nvSpPr>
          <p:spPr>
            <a:xfrm flipH="1" rot="-9502800">
              <a:off x="8241840" y="-339120"/>
              <a:ext cx="1013400" cy="84060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83" name="Google Shape;1783;p36"/>
            <p:cNvSpPr/>
            <p:nvPr/>
          </p:nvSpPr>
          <p:spPr>
            <a:xfrm flipH="1" rot="-9502800">
              <a:off x="8420400" y="168480"/>
              <a:ext cx="47160" cy="8136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84" name="Google Shape;1784;p36"/>
            <p:cNvSpPr/>
            <p:nvPr/>
          </p:nvSpPr>
          <p:spPr>
            <a:xfrm flipH="1" rot="-9502800">
              <a:off x="8462880" y="160560"/>
              <a:ext cx="21600" cy="684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85" name="Google Shape;1785;p36"/>
            <p:cNvSpPr/>
            <p:nvPr/>
          </p:nvSpPr>
          <p:spPr>
            <a:xfrm flipH="1" rot="-9502800">
              <a:off x="8989920" y="140040"/>
              <a:ext cx="47160" cy="8136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86" name="Google Shape;1786;p36"/>
            <p:cNvSpPr/>
            <p:nvPr/>
          </p:nvSpPr>
          <p:spPr>
            <a:xfrm flipH="1" rot="-9502800">
              <a:off x="9032040" y="131760"/>
              <a:ext cx="21600" cy="684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87" name="Google Shape;1787;p36"/>
            <p:cNvSpPr/>
            <p:nvPr/>
          </p:nvSpPr>
          <p:spPr>
            <a:xfrm flipH="1" rot="-9502800">
              <a:off x="8531640" y="-318600"/>
              <a:ext cx="47160" cy="8136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88" name="Google Shape;1788;p36"/>
            <p:cNvSpPr/>
            <p:nvPr/>
          </p:nvSpPr>
          <p:spPr>
            <a:xfrm flipH="1" rot="-9502800">
              <a:off x="8573760" y="-326880"/>
              <a:ext cx="21600" cy="684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789" name="Google Shape;1789;p36"/>
          <p:cNvSpPr/>
          <p:nvPr/>
        </p:nvSpPr>
        <p:spPr>
          <a:xfrm>
            <a:off x="8701560" y="101772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90" name="Google Shape;1790;p36"/>
          <p:cNvSpPr/>
          <p:nvPr/>
        </p:nvSpPr>
        <p:spPr>
          <a:xfrm>
            <a:off x="213480" y="377748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1791" name="Google Shape;1791;p36"/>
          <p:cNvGrpSpPr/>
          <p:nvPr/>
        </p:nvGrpSpPr>
        <p:grpSpPr>
          <a:xfrm>
            <a:off x="8700840" y="3502440"/>
            <a:ext cx="261720" cy="531360"/>
            <a:chOff x="8700840" y="3502440"/>
            <a:chExt cx="261720" cy="531360"/>
          </a:xfrm>
        </p:grpSpPr>
        <p:sp>
          <p:nvSpPr>
            <p:cNvPr id="1792" name="Google Shape;1792;p36"/>
            <p:cNvSpPr/>
            <p:nvPr/>
          </p:nvSpPr>
          <p:spPr>
            <a:xfrm flipH="1">
              <a:off x="8700840" y="350244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93" name="Google Shape;1793;p36"/>
            <p:cNvSpPr/>
            <p:nvPr/>
          </p:nvSpPr>
          <p:spPr>
            <a:xfrm flipH="1">
              <a:off x="8773560" y="399780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94" name="Google Shape;1794;p36"/>
            <p:cNvSpPr/>
            <p:nvPr/>
          </p:nvSpPr>
          <p:spPr>
            <a:xfrm flipH="1">
              <a:off x="8701560" y="350244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795" name="Google Shape;1795;p36"/>
          <p:cNvGrpSpPr/>
          <p:nvPr/>
        </p:nvGrpSpPr>
        <p:grpSpPr>
          <a:xfrm>
            <a:off x="159840" y="954000"/>
            <a:ext cx="261720" cy="531000"/>
            <a:chOff x="159840" y="954000"/>
            <a:chExt cx="261720" cy="531000"/>
          </a:xfrm>
        </p:grpSpPr>
        <p:sp>
          <p:nvSpPr>
            <p:cNvPr id="1796" name="Google Shape;1796;p36"/>
            <p:cNvSpPr/>
            <p:nvPr/>
          </p:nvSpPr>
          <p:spPr>
            <a:xfrm flipH="1">
              <a:off x="159840" y="95400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97" name="Google Shape;1797;p36"/>
            <p:cNvSpPr/>
            <p:nvPr/>
          </p:nvSpPr>
          <p:spPr>
            <a:xfrm flipH="1">
              <a:off x="232560" y="144900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798" name="Google Shape;1798;p36"/>
            <p:cNvSpPr/>
            <p:nvPr/>
          </p:nvSpPr>
          <p:spPr>
            <a:xfrm flipH="1">
              <a:off x="160560" y="95400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799" name="Google Shape;1799;p36"/>
          <p:cNvSpPr/>
          <p:nvPr/>
        </p:nvSpPr>
        <p:spPr>
          <a:xfrm rot="-1596600">
            <a:off x="1523160" y="-726120"/>
            <a:ext cx="1963800" cy="11793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00" name="Google Shape;1800;p36"/>
          <p:cNvSpPr/>
          <p:nvPr/>
        </p:nvSpPr>
        <p:spPr>
          <a:xfrm flipH="1" rot="-9203400">
            <a:off x="5692680" y="4679280"/>
            <a:ext cx="1963800" cy="11793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01" name="Google Shape;1801;p36"/>
          <p:cNvSpPr/>
          <p:nvPr/>
        </p:nvSpPr>
        <p:spPr>
          <a:xfrm>
            <a:off x="2177280" y="484488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02" name="Google Shape;1802;p36"/>
          <p:cNvSpPr/>
          <p:nvPr/>
        </p:nvSpPr>
        <p:spPr>
          <a:xfrm>
            <a:off x="6797160" y="10332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1_1_1_1_2">
  <p:cSld name="CUSTOM_11_1_1_1_2">
    <p:bg>
      <p:bgPr>
        <a:solidFill>
          <a:schemeClr val="accent4"/>
        </a:solidFill>
      </p:bgPr>
    </p:bg>
    <p:spTree>
      <p:nvGrpSpPr>
        <p:cNvPr id="1803" name="Shape 1803"/>
        <p:cNvGrpSpPr/>
        <p:nvPr/>
      </p:nvGrpSpPr>
      <p:grpSpPr>
        <a:xfrm>
          <a:off x="0" y="0"/>
          <a:ext cx="0" cy="0"/>
          <a:chOff x="0" y="0"/>
          <a:chExt cx="0" cy="0"/>
        </a:xfrm>
      </p:grpSpPr>
      <p:sp>
        <p:nvSpPr>
          <p:cNvPr id="1804" name="Google Shape;1804;p37"/>
          <p:cNvSpPr/>
          <p:nvPr/>
        </p:nvSpPr>
        <p:spPr>
          <a:xfrm>
            <a:off x="1624320" y="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05" name="Google Shape;1805;p37"/>
          <p:cNvSpPr/>
          <p:nvPr/>
        </p:nvSpPr>
        <p:spPr>
          <a:xfrm rot="-5400000">
            <a:off x="664668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06" name="Google Shape;1806;p37"/>
          <p:cNvSpPr/>
          <p:nvPr/>
        </p:nvSpPr>
        <p:spPr>
          <a:xfrm flipH="1">
            <a:off x="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807" name="Google Shape;1807;p37"/>
          <p:cNvGrpSpPr/>
          <p:nvPr/>
        </p:nvGrpSpPr>
        <p:grpSpPr>
          <a:xfrm>
            <a:off x="-285015" y="-581447"/>
            <a:ext cx="1481610" cy="1372055"/>
            <a:chOff x="-285015" y="-581447"/>
            <a:chExt cx="1481610" cy="1372055"/>
          </a:xfrm>
        </p:grpSpPr>
        <p:sp>
          <p:nvSpPr>
            <p:cNvPr id="1808" name="Google Shape;1808;p37"/>
            <p:cNvSpPr/>
            <p:nvPr/>
          </p:nvSpPr>
          <p:spPr>
            <a:xfrm flipH="1" rot="-6423600">
              <a:off x="-73800" y="-507600"/>
              <a:ext cx="1059480" cy="122436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09" name="Google Shape;1809;p37"/>
            <p:cNvSpPr/>
            <p:nvPr/>
          </p:nvSpPr>
          <p:spPr>
            <a:xfrm flipH="1" rot="-6423600">
              <a:off x="-26280" y="-571680"/>
              <a:ext cx="757080" cy="109980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10" name="Google Shape;1810;p37"/>
            <p:cNvSpPr/>
            <p:nvPr/>
          </p:nvSpPr>
          <p:spPr>
            <a:xfrm flipH="1" rot="-6423600">
              <a:off x="7560" y="-618120"/>
              <a:ext cx="497160" cy="97956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11" name="Google Shape;1811;p37"/>
            <p:cNvSpPr/>
            <p:nvPr/>
          </p:nvSpPr>
          <p:spPr>
            <a:xfrm flipH="1" rot="-6423600">
              <a:off x="366840" y="-87120"/>
              <a:ext cx="444240" cy="22644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12" name="Google Shape;1812;p37"/>
            <p:cNvSpPr/>
            <p:nvPr/>
          </p:nvSpPr>
          <p:spPr>
            <a:xfrm flipH="1" rot="-6423600">
              <a:off x="418680" y="-133560"/>
              <a:ext cx="444240" cy="22644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13" name="Google Shape;1813;p37"/>
            <p:cNvSpPr/>
            <p:nvPr/>
          </p:nvSpPr>
          <p:spPr>
            <a:xfrm flipH="1" rot="-6423600">
              <a:off x="470520" y="-180000"/>
              <a:ext cx="444240" cy="22644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14" name="Google Shape;1814;p37"/>
            <p:cNvSpPr/>
            <p:nvPr/>
          </p:nvSpPr>
          <p:spPr>
            <a:xfrm flipH="1" rot="-6423600">
              <a:off x="191520" y="54720"/>
              <a:ext cx="369720" cy="32472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15" name="Google Shape;1815;p37"/>
            <p:cNvSpPr/>
            <p:nvPr/>
          </p:nvSpPr>
          <p:spPr>
            <a:xfrm flipH="1" rot="-6423600">
              <a:off x="262800" y="120240"/>
              <a:ext cx="282240" cy="13968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16" name="Google Shape;1816;p37"/>
            <p:cNvSpPr/>
            <p:nvPr/>
          </p:nvSpPr>
          <p:spPr>
            <a:xfrm flipH="1" rot="-6423600">
              <a:off x="270000" y="39960"/>
              <a:ext cx="146880" cy="27756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17" name="Google Shape;1817;p37"/>
            <p:cNvSpPr/>
            <p:nvPr/>
          </p:nvSpPr>
          <p:spPr>
            <a:xfrm flipH="1" rot="-6423600">
              <a:off x="208800" y="172080"/>
              <a:ext cx="282240" cy="13968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18" name="Google Shape;1818;p37"/>
            <p:cNvSpPr/>
            <p:nvPr/>
          </p:nvSpPr>
          <p:spPr>
            <a:xfrm flipH="1" rot="-6423600">
              <a:off x="336240" y="114120"/>
              <a:ext cx="146880" cy="27792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19" name="Google Shape;1819;p37"/>
            <p:cNvSpPr/>
            <p:nvPr/>
          </p:nvSpPr>
          <p:spPr>
            <a:xfrm flipH="1" rot="-6423600">
              <a:off x="304920" y="73080"/>
              <a:ext cx="143280" cy="28728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20" name="Google Shape;1820;p37"/>
            <p:cNvSpPr/>
            <p:nvPr/>
          </p:nvSpPr>
          <p:spPr>
            <a:xfrm flipH="1" rot="-6423600">
              <a:off x="232200" y="145080"/>
              <a:ext cx="287280" cy="14364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2000" lIns="91425" spcFirstLastPara="1" rIns="91425" wrap="square" tIns="72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21" name="Google Shape;1821;p37"/>
            <p:cNvSpPr/>
            <p:nvPr/>
          </p:nvSpPr>
          <p:spPr>
            <a:xfrm flipH="1" rot="-6423600">
              <a:off x="-238320" y="312480"/>
              <a:ext cx="600120" cy="26928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822" name="Google Shape;1822;p37"/>
          <p:cNvGrpSpPr/>
          <p:nvPr/>
        </p:nvGrpSpPr>
        <p:grpSpPr>
          <a:xfrm>
            <a:off x="-314677" y="4222348"/>
            <a:ext cx="1424233" cy="1395545"/>
            <a:chOff x="-314677" y="4222348"/>
            <a:chExt cx="1424233" cy="1395545"/>
          </a:xfrm>
        </p:grpSpPr>
        <p:sp>
          <p:nvSpPr>
            <p:cNvPr id="1823" name="Google Shape;1823;p37"/>
            <p:cNvSpPr/>
            <p:nvPr/>
          </p:nvSpPr>
          <p:spPr>
            <a:xfrm flipH="1" rot="-9502800">
              <a:off x="-158400" y="4389840"/>
              <a:ext cx="1111680" cy="106056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24" name="Google Shape;1824;p37"/>
            <p:cNvSpPr/>
            <p:nvPr/>
          </p:nvSpPr>
          <p:spPr>
            <a:xfrm flipH="1" rot="-9502800">
              <a:off x="-118440" y="4447800"/>
              <a:ext cx="1030680" cy="94752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25" name="Google Shape;1825;p37"/>
            <p:cNvSpPr/>
            <p:nvPr/>
          </p:nvSpPr>
          <p:spPr>
            <a:xfrm flipH="1" rot="-9502800">
              <a:off x="170640" y="4540320"/>
              <a:ext cx="446040" cy="76752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26" name="Google Shape;1826;p37"/>
            <p:cNvSpPr/>
            <p:nvPr/>
          </p:nvSpPr>
          <p:spPr>
            <a:xfrm flipH="1" rot="-9502800">
              <a:off x="-98280" y="4448520"/>
              <a:ext cx="1013400" cy="84060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27" name="Google Shape;1827;p37"/>
            <p:cNvSpPr/>
            <p:nvPr/>
          </p:nvSpPr>
          <p:spPr>
            <a:xfrm flipH="1" rot="-9502800">
              <a:off x="79920" y="4956840"/>
              <a:ext cx="47160" cy="8136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28" name="Google Shape;1828;p37"/>
            <p:cNvSpPr/>
            <p:nvPr/>
          </p:nvSpPr>
          <p:spPr>
            <a:xfrm flipH="1" rot="-9502800">
              <a:off x="122400" y="4948920"/>
              <a:ext cx="21600" cy="684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29" name="Google Shape;1829;p37"/>
            <p:cNvSpPr/>
            <p:nvPr/>
          </p:nvSpPr>
          <p:spPr>
            <a:xfrm flipH="1" rot="-9502800">
              <a:off x="649440" y="4928040"/>
              <a:ext cx="47160" cy="8136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30" name="Google Shape;1830;p37"/>
            <p:cNvSpPr/>
            <p:nvPr/>
          </p:nvSpPr>
          <p:spPr>
            <a:xfrm flipH="1" rot="-9502800">
              <a:off x="691560" y="4920120"/>
              <a:ext cx="21600" cy="684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31" name="Google Shape;1831;p37"/>
            <p:cNvSpPr/>
            <p:nvPr/>
          </p:nvSpPr>
          <p:spPr>
            <a:xfrm flipH="1" rot="-9502800">
              <a:off x="191160" y="4469040"/>
              <a:ext cx="47160" cy="8136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32" name="Google Shape;1832;p37"/>
            <p:cNvSpPr/>
            <p:nvPr/>
          </p:nvSpPr>
          <p:spPr>
            <a:xfrm flipH="1" rot="-9502800">
              <a:off x="233280" y="4461120"/>
              <a:ext cx="21600" cy="684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833" name="Google Shape;1833;p37"/>
          <p:cNvSpPr txBox="1"/>
          <p:nvPr>
            <p:ph type="title"/>
          </p:nvPr>
        </p:nvSpPr>
        <p:spPr>
          <a:xfrm>
            <a:off x="726120" y="444960"/>
            <a:ext cx="769176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1834" name="Google Shape;1834;p37"/>
          <p:cNvGrpSpPr/>
          <p:nvPr/>
        </p:nvGrpSpPr>
        <p:grpSpPr>
          <a:xfrm>
            <a:off x="8117640" y="4210200"/>
            <a:ext cx="1356480" cy="1421280"/>
            <a:chOff x="8117640" y="4210200"/>
            <a:chExt cx="1356480" cy="1421280"/>
          </a:xfrm>
        </p:grpSpPr>
        <p:sp>
          <p:nvSpPr>
            <p:cNvPr id="1835" name="Google Shape;1835;p37"/>
            <p:cNvSpPr/>
            <p:nvPr/>
          </p:nvSpPr>
          <p:spPr>
            <a:xfrm>
              <a:off x="8143200" y="4751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36" name="Google Shape;1836;p37"/>
            <p:cNvSpPr/>
            <p:nvPr/>
          </p:nvSpPr>
          <p:spPr>
            <a:xfrm>
              <a:off x="8143200" y="4751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37" name="Google Shape;1837;p37"/>
            <p:cNvSpPr/>
            <p:nvPr/>
          </p:nvSpPr>
          <p:spPr>
            <a:xfrm>
              <a:off x="8117640" y="4689000"/>
              <a:ext cx="1191960" cy="54324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38" name="Google Shape;1838;p37"/>
            <p:cNvSpPr/>
            <p:nvPr/>
          </p:nvSpPr>
          <p:spPr>
            <a:xfrm>
              <a:off x="8507880" y="4797720"/>
              <a:ext cx="798120" cy="3560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39" name="Google Shape;1839;p37"/>
            <p:cNvSpPr/>
            <p:nvPr/>
          </p:nvSpPr>
          <p:spPr>
            <a:xfrm>
              <a:off x="8533440" y="4884840"/>
              <a:ext cx="737640" cy="331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40" name="Google Shape;1840;p37"/>
            <p:cNvSpPr/>
            <p:nvPr/>
          </p:nvSpPr>
          <p:spPr>
            <a:xfrm>
              <a:off x="8559000" y="4969800"/>
              <a:ext cx="682200" cy="30852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41" name="Google Shape;1841;p37"/>
            <p:cNvSpPr/>
            <p:nvPr/>
          </p:nvSpPr>
          <p:spPr>
            <a:xfrm>
              <a:off x="8622720" y="5237640"/>
              <a:ext cx="405720" cy="19440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42" name="Google Shape;1842;p37"/>
            <p:cNvSpPr/>
            <p:nvPr/>
          </p:nvSpPr>
          <p:spPr>
            <a:xfrm>
              <a:off x="9046440" y="5163840"/>
              <a:ext cx="160920" cy="9324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46800" lIns="91425" spcFirstLastPara="1" rIns="91425" wrap="square" tIns="46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43" name="Google Shape;1843;p37"/>
            <p:cNvSpPr/>
            <p:nvPr/>
          </p:nvSpPr>
          <p:spPr>
            <a:xfrm>
              <a:off x="8602920" y="5190120"/>
              <a:ext cx="405720" cy="19404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44" name="Google Shape;1844;p37"/>
            <p:cNvSpPr/>
            <p:nvPr/>
          </p:nvSpPr>
          <p:spPr>
            <a:xfrm>
              <a:off x="8215920" y="5232600"/>
              <a:ext cx="262800" cy="13536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45" name="Google Shape;1845;p37"/>
            <p:cNvSpPr/>
            <p:nvPr/>
          </p:nvSpPr>
          <p:spPr>
            <a:xfrm>
              <a:off x="8196480" y="5185440"/>
              <a:ext cx="263160" cy="13536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46" name="Google Shape;1846;p37"/>
            <p:cNvSpPr/>
            <p:nvPr/>
          </p:nvSpPr>
          <p:spPr>
            <a:xfrm>
              <a:off x="9233640" y="5009040"/>
              <a:ext cx="146880" cy="14976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74875" lIns="91425" spcFirstLastPara="1" rIns="91425" wrap="square" tIns="74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47" name="Google Shape;1847;p37"/>
            <p:cNvSpPr/>
            <p:nvPr/>
          </p:nvSpPr>
          <p:spPr>
            <a:xfrm>
              <a:off x="9346680" y="5071320"/>
              <a:ext cx="9360" cy="86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48" name="Google Shape;1848;p37"/>
            <p:cNvSpPr/>
            <p:nvPr/>
          </p:nvSpPr>
          <p:spPr>
            <a:xfrm>
              <a:off x="9358200" y="5091120"/>
              <a:ext cx="9000" cy="86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49" name="Google Shape;1849;p37"/>
            <p:cNvSpPr/>
            <p:nvPr/>
          </p:nvSpPr>
          <p:spPr>
            <a:xfrm>
              <a:off x="9288720" y="5046120"/>
              <a:ext cx="6840" cy="756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50" name="Google Shape;1850;p37"/>
            <p:cNvSpPr/>
            <p:nvPr/>
          </p:nvSpPr>
          <p:spPr>
            <a:xfrm>
              <a:off x="9265320" y="5047560"/>
              <a:ext cx="6840" cy="756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51" name="Google Shape;1851;p37"/>
            <p:cNvSpPr/>
            <p:nvPr/>
          </p:nvSpPr>
          <p:spPr>
            <a:xfrm>
              <a:off x="8285400" y="5314680"/>
              <a:ext cx="233640" cy="23364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52" name="Google Shape;1852;p37"/>
            <p:cNvSpPr/>
            <p:nvPr/>
          </p:nvSpPr>
          <p:spPr>
            <a:xfrm>
              <a:off x="8182800" y="4253040"/>
              <a:ext cx="1134720" cy="124884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53" name="Google Shape;1853;p37"/>
            <p:cNvSpPr/>
            <p:nvPr/>
          </p:nvSpPr>
          <p:spPr>
            <a:xfrm>
              <a:off x="8130600" y="42102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54" name="Google Shape;1854;p37"/>
            <p:cNvSpPr/>
            <p:nvPr/>
          </p:nvSpPr>
          <p:spPr>
            <a:xfrm>
              <a:off x="8451720" y="4302360"/>
              <a:ext cx="566280" cy="67788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55" name="Google Shape;1855;p37"/>
            <p:cNvSpPr/>
            <p:nvPr/>
          </p:nvSpPr>
          <p:spPr>
            <a:xfrm>
              <a:off x="8503920" y="4395600"/>
              <a:ext cx="524520" cy="62748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56" name="Google Shape;1856;p37"/>
            <p:cNvSpPr/>
            <p:nvPr/>
          </p:nvSpPr>
          <p:spPr>
            <a:xfrm>
              <a:off x="8555760" y="4484520"/>
              <a:ext cx="486720" cy="58104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57" name="Google Shape;1857;p37"/>
            <p:cNvSpPr/>
            <p:nvPr/>
          </p:nvSpPr>
          <p:spPr>
            <a:xfrm>
              <a:off x="8684280" y="4821480"/>
              <a:ext cx="296640" cy="34992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58" name="Google Shape;1858;p37"/>
            <p:cNvSpPr/>
            <p:nvPr/>
          </p:nvSpPr>
          <p:spPr>
            <a:xfrm>
              <a:off x="8975520" y="4671360"/>
              <a:ext cx="128520" cy="14544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72700" lIns="91425" spcFirstLastPara="1" rIns="91425" wrap="square" tIns="72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59" name="Google Shape;1859;p37"/>
            <p:cNvSpPr/>
            <p:nvPr/>
          </p:nvSpPr>
          <p:spPr>
            <a:xfrm>
              <a:off x="8644680" y="4788720"/>
              <a:ext cx="296640" cy="34992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60" name="Google Shape;1860;p37"/>
            <p:cNvSpPr/>
            <p:nvPr/>
          </p:nvSpPr>
          <p:spPr>
            <a:xfrm>
              <a:off x="8295840" y="5075640"/>
              <a:ext cx="198360" cy="23076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61" name="Google Shape;1861;p37"/>
            <p:cNvSpPr/>
            <p:nvPr/>
          </p:nvSpPr>
          <p:spPr>
            <a:xfrm>
              <a:off x="8256240" y="5043240"/>
              <a:ext cx="198360" cy="23076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62" name="Google Shape;1862;p37"/>
            <p:cNvSpPr/>
            <p:nvPr/>
          </p:nvSpPr>
          <p:spPr>
            <a:xfrm>
              <a:off x="9063000" y="4460760"/>
              <a:ext cx="163080" cy="15588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78100" lIns="91425" spcFirstLastPara="1" rIns="91425" wrap="square" tIns="78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63" name="Google Shape;1863;p37"/>
            <p:cNvSpPr/>
            <p:nvPr/>
          </p:nvSpPr>
          <p:spPr>
            <a:xfrm>
              <a:off x="9169200" y="4515120"/>
              <a:ext cx="9000" cy="86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64" name="Google Shape;1864;p37"/>
            <p:cNvSpPr/>
            <p:nvPr/>
          </p:nvSpPr>
          <p:spPr>
            <a:xfrm>
              <a:off x="9188640" y="4527360"/>
              <a:ext cx="9000" cy="86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65" name="Google Shape;1865;p37"/>
            <p:cNvSpPr/>
            <p:nvPr/>
          </p:nvSpPr>
          <p:spPr>
            <a:xfrm>
              <a:off x="9104400" y="4519800"/>
              <a:ext cx="9000" cy="86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66" name="Google Shape;1866;p37"/>
            <p:cNvSpPr/>
            <p:nvPr/>
          </p:nvSpPr>
          <p:spPr>
            <a:xfrm>
              <a:off x="9084600" y="4532040"/>
              <a:ext cx="9000" cy="86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67" name="Google Shape;1867;p37"/>
            <p:cNvSpPr/>
            <p:nvPr/>
          </p:nvSpPr>
          <p:spPr>
            <a:xfrm>
              <a:off x="8379000" y="5155560"/>
              <a:ext cx="252000" cy="25200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68" name="Google Shape;1868;p37"/>
            <p:cNvSpPr/>
            <p:nvPr/>
          </p:nvSpPr>
          <p:spPr>
            <a:xfrm>
              <a:off x="8130600" y="42102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869" name="Google Shape;1869;p37"/>
          <p:cNvGrpSpPr/>
          <p:nvPr/>
        </p:nvGrpSpPr>
        <p:grpSpPr>
          <a:xfrm>
            <a:off x="8273520" y="-437400"/>
            <a:ext cx="1172160" cy="1084320"/>
            <a:chOff x="8273520" y="-437400"/>
            <a:chExt cx="1172160" cy="1084320"/>
          </a:xfrm>
        </p:grpSpPr>
        <p:sp>
          <p:nvSpPr>
            <p:cNvPr id="1870" name="Google Shape;1870;p37"/>
            <p:cNvSpPr/>
            <p:nvPr/>
          </p:nvSpPr>
          <p:spPr>
            <a:xfrm>
              <a:off x="8273520" y="-437400"/>
              <a:ext cx="1172160" cy="108432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71" name="Google Shape;1871;p37"/>
            <p:cNvSpPr/>
            <p:nvPr/>
          </p:nvSpPr>
          <p:spPr>
            <a:xfrm>
              <a:off x="8437680" y="-125640"/>
              <a:ext cx="888840" cy="6861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72" name="Google Shape;1872;p37"/>
            <p:cNvSpPr/>
            <p:nvPr/>
          </p:nvSpPr>
          <p:spPr>
            <a:xfrm>
              <a:off x="8424000" y="-302040"/>
              <a:ext cx="802440" cy="66888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73" name="Google Shape;1873;p37"/>
            <p:cNvSpPr/>
            <p:nvPr/>
          </p:nvSpPr>
          <p:spPr>
            <a:xfrm>
              <a:off x="8810640" y="-87120"/>
              <a:ext cx="168480" cy="25452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74" name="Google Shape;1874;p37"/>
            <p:cNvSpPr/>
            <p:nvPr/>
          </p:nvSpPr>
          <p:spPr>
            <a:xfrm>
              <a:off x="8811720" y="122760"/>
              <a:ext cx="85680" cy="28800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75" name="Google Shape;1875;p37"/>
            <p:cNvSpPr/>
            <p:nvPr/>
          </p:nvSpPr>
          <p:spPr>
            <a:xfrm>
              <a:off x="8827200" y="137160"/>
              <a:ext cx="18360" cy="1620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8275" lIns="91425" spcFirstLastPara="1" rIns="91425" wrap="square" tIns="82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76" name="Google Shape;1876;p37"/>
            <p:cNvSpPr/>
            <p:nvPr/>
          </p:nvSpPr>
          <p:spPr>
            <a:xfrm>
              <a:off x="8437680" y="-125640"/>
              <a:ext cx="888840" cy="6861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77" name="Google Shape;1877;p37"/>
            <p:cNvSpPr/>
            <p:nvPr/>
          </p:nvSpPr>
          <p:spPr>
            <a:xfrm>
              <a:off x="8461440" y="-263520"/>
              <a:ext cx="823680" cy="78552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878" name="Google Shape;1878;p37"/>
          <p:cNvSpPr/>
          <p:nvPr/>
        </p:nvSpPr>
        <p:spPr>
          <a:xfrm>
            <a:off x="5203440" y="-504000"/>
            <a:ext cx="1917720" cy="8524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79" name="Google Shape;1879;p37"/>
          <p:cNvSpPr/>
          <p:nvPr/>
        </p:nvSpPr>
        <p:spPr>
          <a:xfrm flipH="1">
            <a:off x="263520" y="101772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80" name="Google Shape;1880;p37"/>
          <p:cNvSpPr/>
          <p:nvPr/>
        </p:nvSpPr>
        <p:spPr>
          <a:xfrm flipH="1">
            <a:off x="8778960" y="377748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81" name="Google Shape;1881;p37"/>
          <p:cNvSpPr/>
          <p:nvPr/>
        </p:nvSpPr>
        <p:spPr>
          <a:xfrm flipH="1" rot="10800000">
            <a:off x="2060640" y="4779360"/>
            <a:ext cx="1917720" cy="8524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882" name="Google Shape;1882;p37"/>
          <p:cNvGrpSpPr/>
          <p:nvPr/>
        </p:nvGrpSpPr>
        <p:grpSpPr>
          <a:xfrm>
            <a:off x="160560" y="3502440"/>
            <a:ext cx="261720" cy="531360"/>
            <a:chOff x="160560" y="3502440"/>
            <a:chExt cx="261720" cy="531360"/>
          </a:xfrm>
        </p:grpSpPr>
        <p:sp>
          <p:nvSpPr>
            <p:cNvPr id="1883" name="Google Shape;1883;p37"/>
            <p:cNvSpPr/>
            <p:nvPr/>
          </p:nvSpPr>
          <p:spPr>
            <a:xfrm>
              <a:off x="160560" y="350244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84" name="Google Shape;1884;p37"/>
            <p:cNvSpPr/>
            <p:nvPr/>
          </p:nvSpPr>
          <p:spPr>
            <a:xfrm>
              <a:off x="232920" y="399780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85" name="Google Shape;1885;p37"/>
            <p:cNvSpPr/>
            <p:nvPr/>
          </p:nvSpPr>
          <p:spPr>
            <a:xfrm>
              <a:off x="281160" y="350244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886" name="Google Shape;1886;p37"/>
          <p:cNvGrpSpPr/>
          <p:nvPr/>
        </p:nvGrpSpPr>
        <p:grpSpPr>
          <a:xfrm>
            <a:off x="8721360" y="954000"/>
            <a:ext cx="261720" cy="531000"/>
            <a:chOff x="8721360" y="954000"/>
            <a:chExt cx="261720" cy="531000"/>
          </a:xfrm>
        </p:grpSpPr>
        <p:sp>
          <p:nvSpPr>
            <p:cNvPr id="1887" name="Google Shape;1887;p37"/>
            <p:cNvSpPr/>
            <p:nvPr/>
          </p:nvSpPr>
          <p:spPr>
            <a:xfrm>
              <a:off x="8721360" y="95400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88" name="Google Shape;1888;p37"/>
            <p:cNvSpPr/>
            <p:nvPr/>
          </p:nvSpPr>
          <p:spPr>
            <a:xfrm>
              <a:off x="8793720" y="144900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89" name="Google Shape;1889;p37"/>
            <p:cNvSpPr/>
            <p:nvPr/>
          </p:nvSpPr>
          <p:spPr>
            <a:xfrm>
              <a:off x="8841960" y="95400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890" name="Google Shape;1890;p37"/>
          <p:cNvSpPr/>
          <p:nvPr/>
        </p:nvSpPr>
        <p:spPr>
          <a:xfrm flipH="1">
            <a:off x="7544520" y="484488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1_1_1_1_1">
  <p:cSld name="CUSTOM_11_1_1_1_1">
    <p:bg>
      <p:bgPr>
        <a:solidFill>
          <a:schemeClr val="accent4"/>
        </a:solidFill>
      </p:bgPr>
    </p:bg>
    <p:spTree>
      <p:nvGrpSpPr>
        <p:cNvPr id="1891" name="Shape 1891"/>
        <p:cNvGrpSpPr/>
        <p:nvPr/>
      </p:nvGrpSpPr>
      <p:grpSpPr>
        <a:xfrm>
          <a:off x="0" y="0"/>
          <a:ext cx="0" cy="0"/>
          <a:chOff x="0" y="0"/>
          <a:chExt cx="0" cy="0"/>
        </a:xfrm>
      </p:grpSpPr>
      <p:sp>
        <p:nvSpPr>
          <p:cNvPr id="1892" name="Google Shape;1892;p38"/>
          <p:cNvSpPr/>
          <p:nvPr/>
        </p:nvSpPr>
        <p:spPr>
          <a:xfrm flipH="1" rot="10800000">
            <a:off x="2621520" y="401508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93" name="Google Shape;1893;p38"/>
          <p:cNvSpPr/>
          <p:nvPr/>
        </p:nvSpPr>
        <p:spPr>
          <a:xfrm flipH="1" rot="-5400000">
            <a:off x="6647040" y="-27000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94" name="Google Shape;1894;p38"/>
          <p:cNvSpPr/>
          <p:nvPr/>
        </p:nvSpPr>
        <p:spPr>
          <a:xfrm flipH="1" rot="5400000">
            <a:off x="136080" y="-13644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895" name="Google Shape;1895;p38"/>
          <p:cNvGrpSpPr/>
          <p:nvPr/>
        </p:nvGrpSpPr>
        <p:grpSpPr>
          <a:xfrm>
            <a:off x="8097480" y="4170600"/>
            <a:ext cx="1242720" cy="1149840"/>
            <a:chOff x="8097480" y="4170600"/>
            <a:chExt cx="1242720" cy="1149840"/>
          </a:xfrm>
        </p:grpSpPr>
        <p:sp>
          <p:nvSpPr>
            <p:cNvPr id="1896" name="Google Shape;1896;p38"/>
            <p:cNvSpPr/>
            <p:nvPr/>
          </p:nvSpPr>
          <p:spPr>
            <a:xfrm>
              <a:off x="8097480" y="4170600"/>
              <a:ext cx="1242720" cy="114984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97" name="Google Shape;1897;p38"/>
            <p:cNvSpPr/>
            <p:nvPr/>
          </p:nvSpPr>
          <p:spPr>
            <a:xfrm>
              <a:off x="8271720" y="450108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98" name="Google Shape;1898;p38"/>
            <p:cNvSpPr/>
            <p:nvPr/>
          </p:nvSpPr>
          <p:spPr>
            <a:xfrm>
              <a:off x="8256960" y="4313880"/>
              <a:ext cx="850680" cy="7092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99" name="Google Shape;1899;p38"/>
            <p:cNvSpPr/>
            <p:nvPr/>
          </p:nvSpPr>
          <p:spPr>
            <a:xfrm>
              <a:off x="8667000" y="4542120"/>
              <a:ext cx="178560" cy="27000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00" name="Google Shape;1900;p38"/>
            <p:cNvSpPr/>
            <p:nvPr/>
          </p:nvSpPr>
          <p:spPr>
            <a:xfrm>
              <a:off x="8668080" y="4764240"/>
              <a:ext cx="90720" cy="3052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01" name="Google Shape;1901;p38"/>
            <p:cNvSpPr/>
            <p:nvPr/>
          </p:nvSpPr>
          <p:spPr>
            <a:xfrm>
              <a:off x="8684280" y="4779720"/>
              <a:ext cx="19440" cy="172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02" name="Google Shape;1902;p38"/>
            <p:cNvSpPr/>
            <p:nvPr/>
          </p:nvSpPr>
          <p:spPr>
            <a:xfrm>
              <a:off x="8271720" y="450108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03" name="Google Shape;1903;p38"/>
            <p:cNvSpPr/>
            <p:nvPr/>
          </p:nvSpPr>
          <p:spPr>
            <a:xfrm>
              <a:off x="8296920" y="4354920"/>
              <a:ext cx="873360" cy="83304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904" name="Google Shape;1904;p38"/>
          <p:cNvGrpSpPr/>
          <p:nvPr/>
        </p:nvGrpSpPr>
        <p:grpSpPr>
          <a:xfrm>
            <a:off x="-207360" y="-558000"/>
            <a:ext cx="1356480" cy="1420920"/>
            <a:chOff x="-207360" y="-558000"/>
            <a:chExt cx="1356480" cy="1420920"/>
          </a:xfrm>
        </p:grpSpPr>
        <p:sp>
          <p:nvSpPr>
            <p:cNvPr id="1905" name="Google Shape;1905;p38"/>
            <p:cNvSpPr/>
            <p:nvPr/>
          </p:nvSpPr>
          <p:spPr>
            <a:xfrm>
              <a:off x="-181800" y="-17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06" name="Google Shape;1906;p38"/>
            <p:cNvSpPr/>
            <p:nvPr/>
          </p:nvSpPr>
          <p:spPr>
            <a:xfrm>
              <a:off x="-181800" y="-17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07" name="Google Shape;1907;p38"/>
            <p:cNvSpPr/>
            <p:nvPr/>
          </p:nvSpPr>
          <p:spPr>
            <a:xfrm>
              <a:off x="-207360" y="-79560"/>
              <a:ext cx="1191960" cy="54324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08" name="Google Shape;1908;p38"/>
            <p:cNvSpPr/>
            <p:nvPr/>
          </p:nvSpPr>
          <p:spPr>
            <a:xfrm>
              <a:off x="182880" y="29520"/>
              <a:ext cx="798120" cy="3560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09" name="Google Shape;1909;p38"/>
            <p:cNvSpPr/>
            <p:nvPr/>
          </p:nvSpPr>
          <p:spPr>
            <a:xfrm>
              <a:off x="208440" y="116640"/>
              <a:ext cx="737640" cy="331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10" name="Google Shape;1910;p38"/>
            <p:cNvSpPr/>
            <p:nvPr/>
          </p:nvSpPr>
          <p:spPr>
            <a:xfrm>
              <a:off x="234000" y="201240"/>
              <a:ext cx="682200" cy="30852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11" name="Google Shape;1911;p38"/>
            <p:cNvSpPr/>
            <p:nvPr/>
          </p:nvSpPr>
          <p:spPr>
            <a:xfrm>
              <a:off x="297720" y="469440"/>
              <a:ext cx="405720" cy="19440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12" name="Google Shape;1912;p38"/>
            <p:cNvSpPr/>
            <p:nvPr/>
          </p:nvSpPr>
          <p:spPr>
            <a:xfrm>
              <a:off x="721440" y="395640"/>
              <a:ext cx="160920" cy="9324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46800" lIns="91425" spcFirstLastPara="1" rIns="91425" wrap="square" tIns="46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13" name="Google Shape;1913;p38"/>
            <p:cNvSpPr/>
            <p:nvPr/>
          </p:nvSpPr>
          <p:spPr>
            <a:xfrm>
              <a:off x="277920" y="421920"/>
              <a:ext cx="405720" cy="19404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14" name="Google Shape;1914;p38"/>
            <p:cNvSpPr/>
            <p:nvPr/>
          </p:nvSpPr>
          <p:spPr>
            <a:xfrm>
              <a:off x="-109080" y="464400"/>
              <a:ext cx="262800" cy="13536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15" name="Google Shape;1915;p38"/>
            <p:cNvSpPr/>
            <p:nvPr/>
          </p:nvSpPr>
          <p:spPr>
            <a:xfrm>
              <a:off x="-128520" y="416880"/>
              <a:ext cx="263160" cy="13536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16" name="Google Shape;1916;p38"/>
            <p:cNvSpPr/>
            <p:nvPr/>
          </p:nvSpPr>
          <p:spPr>
            <a:xfrm>
              <a:off x="908640" y="240840"/>
              <a:ext cx="146880" cy="14976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74875" lIns="91425" spcFirstLastPara="1" rIns="91425" wrap="square" tIns="74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17" name="Google Shape;1917;p38"/>
            <p:cNvSpPr/>
            <p:nvPr/>
          </p:nvSpPr>
          <p:spPr>
            <a:xfrm>
              <a:off x="1021680" y="302760"/>
              <a:ext cx="9360" cy="86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18" name="Google Shape;1918;p38"/>
            <p:cNvSpPr/>
            <p:nvPr/>
          </p:nvSpPr>
          <p:spPr>
            <a:xfrm>
              <a:off x="1033200" y="322920"/>
              <a:ext cx="9000" cy="86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19" name="Google Shape;1919;p38"/>
            <p:cNvSpPr/>
            <p:nvPr/>
          </p:nvSpPr>
          <p:spPr>
            <a:xfrm>
              <a:off x="963720" y="277560"/>
              <a:ext cx="6840" cy="756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20" name="Google Shape;1920;p38"/>
            <p:cNvSpPr/>
            <p:nvPr/>
          </p:nvSpPr>
          <p:spPr>
            <a:xfrm>
              <a:off x="940320" y="279000"/>
              <a:ext cx="6840" cy="756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21" name="Google Shape;1921;p38"/>
            <p:cNvSpPr/>
            <p:nvPr/>
          </p:nvSpPr>
          <p:spPr>
            <a:xfrm>
              <a:off x="-39600" y="546480"/>
              <a:ext cx="233640" cy="23364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22" name="Google Shape;1922;p38"/>
            <p:cNvSpPr/>
            <p:nvPr/>
          </p:nvSpPr>
          <p:spPr>
            <a:xfrm>
              <a:off x="-142200" y="-515160"/>
              <a:ext cx="1134720" cy="124884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23" name="Google Shape;1923;p38"/>
            <p:cNvSpPr/>
            <p:nvPr/>
          </p:nvSpPr>
          <p:spPr>
            <a:xfrm>
              <a:off x="-194400" y="-5580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24" name="Google Shape;1924;p38"/>
            <p:cNvSpPr/>
            <p:nvPr/>
          </p:nvSpPr>
          <p:spPr>
            <a:xfrm>
              <a:off x="126720" y="-465840"/>
              <a:ext cx="566280" cy="67788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25" name="Google Shape;1925;p38"/>
            <p:cNvSpPr/>
            <p:nvPr/>
          </p:nvSpPr>
          <p:spPr>
            <a:xfrm>
              <a:off x="178920" y="-372600"/>
              <a:ext cx="524520" cy="62748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26" name="Google Shape;1926;p38"/>
            <p:cNvSpPr/>
            <p:nvPr/>
          </p:nvSpPr>
          <p:spPr>
            <a:xfrm>
              <a:off x="230760" y="-283680"/>
              <a:ext cx="486720" cy="58104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27" name="Google Shape;1927;p38"/>
            <p:cNvSpPr/>
            <p:nvPr/>
          </p:nvSpPr>
          <p:spPr>
            <a:xfrm>
              <a:off x="359280" y="52920"/>
              <a:ext cx="296640" cy="34992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28" name="Google Shape;1928;p38"/>
            <p:cNvSpPr/>
            <p:nvPr/>
          </p:nvSpPr>
          <p:spPr>
            <a:xfrm>
              <a:off x="650520" y="-97200"/>
              <a:ext cx="128520" cy="14544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72700" lIns="91425" spcFirstLastPara="1" rIns="91425" wrap="square" tIns="72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29" name="Google Shape;1929;p38"/>
            <p:cNvSpPr/>
            <p:nvPr/>
          </p:nvSpPr>
          <p:spPr>
            <a:xfrm>
              <a:off x="319680" y="20520"/>
              <a:ext cx="296640" cy="34992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30" name="Google Shape;1930;p38"/>
            <p:cNvSpPr/>
            <p:nvPr/>
          </p:nvSpPr>
          <p:spPr>
            <a:xfrm>
              <a:off x="-29160" y="307080"/>
              <a:ext cx="198360" cy="23076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31" name="Google Shape;1931;p38"/>
            <p:cNvSpPr/>
            <p:nvPr/>
          </p:nvSpPr>
          <p:spPr>
            <a:xfrm>
              <a:off x="-68760" y="274680"/>
              <a:ext cx="198360" cy="23076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32" name="Google Shape;1932;p38"/>
            <p:cNvSpPr/>
            <p:nvPr/>
          </p:nvSpPr>
          <p:spPr>
            <a:xfrm>
              <a:off x="738000" y="-307440"/>
              <a:ext cx="163080" cy="15588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78100" lIns="91425" spcFirstLastPara="1" rIns="91425" wrap="square" tIns="78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33" name="Google Shape;1933;p38"/>
            <p:cNvSpPr/>
            <p:nvPr/>
          </p:nvSpPr>
          <p:spPr>
            <a:xfrm>
              <a:off x="844200" y="-253080"/>
              <a:ext cx="9000" cy="86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34" name="Google Shape;1934;p38"/>
            <p:cNvSpPr/>
            <p:nvPr/>
          </p:nvSpPr>
          <p:spPr>
            <a:xfrm>
              <a:off x="863640" y="-240840"/>
              <a:ext cx="9000" cy="86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35" name="Google Shape;1935;p38"/>
            <p:cNvSpPr/>
            <p:nvPr/>
          </p:nvSpPr>
          <p:spPr>
            <a:xfrm>
              <a:off x="779400" y="-248760"/>
              <a:ext cx="9000" cy="86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36" name="Google Shape;1936;p38"/>
            <p:cNvSpPr/>
            <p:nvPr/>
          </p:nvSpPr>
          <p:spPr>
            <a:xfrm>
              <a:off x="759600" y="-236160"/>
              <a:ext cx="9000" cy="86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37" name="Google Shape;1937;p38"/>
            <p:cNvSpPr/>
            <p:nvPr/>
          </p:nvSpPr>
          <p:spPr>
            <a:xfrm>
              <a:off x="54000" y="387000"/>
              <a:ext cx="252000" cy="25200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38" name="Google Shape;1938;p38"/>
            <p:cNvSpPr/>
            <p:nvPr/>
          </p:nvSpPr>
          <p:spPr>
            <a:xfrm>
              <a:off x="-194400" y="-5580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939" name="Google Shape;1939;p38"/>
          <p:cNvGrpSpPr/>
          <p:nvPr/>
        </p:nvGrpSpPr>
        <p:grpSpPr>
          <a:xfrm>
            <a:off x="-657294" y="4097860"/>
            <a:ext cx="1687187" cy="1653520"/>
            <a:chOff x="-657294" y="4097860"/>
            <a:chExt cx="1687187" cy="1653520"/>
          </a:xfrm>
        </p:grpSpPr>
        <p:sp>
          <p:nvSpPr>
            <p:cNvPr id="1940" name="Google Shape;1940;p38"/>
            <p:cNvSpPr/>
            <p:nvPr/>
          </p:nvSpPr>
          <p:spPr>
            <a:xfrm rot="-1309200">
              <a:off x="-471240" y="4297320"/>
              <a:ext cx="1315080" cy="125460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41" name="Google Shape;1941;p38"/>
            <p:cNvSpPr/>
            <p:nvPr/>
          </p:nvSpPr>
          <p:spPr>
            <a:xfrm rot="-1309200">
              <a:off x="-423720" y="4363200"/>
              <a:ext cx="1218960" cy="112068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42" name="Google Shape;1942;p38"/>
            <p:cNvSpPr/>
            <p:nvPr/>
          </p:nvSpPr>
          <p:spPr>
            <a:xfrm rot="-1309200">
              <a:off x="-81360" y="4466520"/>
              <a:ext cx="527400" cy="90756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43" name="Google Shape;1943;p38"/>
            <p:cNvSpPr/>
            <p:nvPr/>
          </p:nvSpPr>
          <p:spPr>
            <a:xfrm rot="-1309200">
              <a:off x="-399240" y="4488840"/>
              <a:ext cx="1198800" cy="99432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44" name="Google Shape;1944;p38"/>
            <p:cNvSpPr/>
            <p:nvPr/>
          </p:nvSpPr>
          <p:spPr>
            <a:xfrm rot="-1309200">
              <a:off x="-188280" y="4787280"/>
              <a:ext cx="56160" cy="9648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45" name="Google Shape;1945;p38"/>
            <p:cNvSpPr/>
            <p:nvPr/>
          </p:nvSpPr>
          <p:spPr>
            <a:xfrm rot="-1309200">
              <a:off x="-138600" y="4884120"/>
              <a:ext cx="25560" cy="864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46" name="Google Shape;1946;p38"/>
            <p:cNvSpPr/>
            <p:nvPr/>
          </p:nvSpPr>
          <p:spPr>
            <a:xfrm rot="-1309200">
              <a:off x="484560" y="4818600"/>
              <a:ext cx="56160" cy="9648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47" name="Google Shape;1947;p38"/>
            <p:cNvSpPr/>
            <p:nvPr/>
          </p:nvSpPr>
          <p:spPr>
            <a:xfrm rot="-1309200">
              <a:off x="534240" y="4915440"/>
              <a:ext cx="25560" cy="864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48" name="Google Shape;1948;p38"/>
            <p:cNvSpPr/>
            <p:nvPr/>
          </p:nvSpPr>
          <p:spPr>
            <a:xfrm rot="-1309200">
              <a:off x="-55080" y="5363640"/>
              <a:ext cx="56160" cy="9648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49" name="Google Shape;1949;p38"/>
            <p:cNvSpPr/>
            <p:nvPr/>
          </p:nvSpPr>
          <p:spPr>
            <a:xfrm rot="-1309200">
              <a:off x="-5400" y="5460480"/>
              <a:ext cx="25560" cy="864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950" name="Google Shape;1950;p38"/>
          <p:cNvSpPr/>
          <p:nvPr/>
        </p:nvSpPr>
        <p:spPr>
          <a:xfrm>
            <a:off x="4941360" y="-363600"/>
            <a:ext cx="1917720" cy="8524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51" name="Google Shape;1951;p38"/>
          <p:cNvSpPr txBox="1"/>
          <p:nvPr>
            <p:ph type="title"/>
          </p:nvPr>
        </p:nvSpPr>
        <p:spPr>
          <a:xfrm>
            <a:off x="5072760" y="1427400"/>
            <a:ext cx="2853360" cy="118476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1952" name="Google Shape;1952;p38"/>
          <p:cNvGrpSpPr/>
          <p:nvPr/>
        </p:nvGrpSpPr>
        <p:grpSpPr>
          <a:xfrm>
            <a:off x="8032711" y="-577723"/>
            <a:ext cx="1513737" cy="1552650"/>
            <a:chOff x="8032711" y="-577723"/>
            <a:chExt cx="1513737" cy="1552650"/>
          </a:xfrm>
        </p:grpSpPr>
        <p:sp>
          <p:nvSpPr>
            <p:cNvPr id="1953" name="Google Shape;1953;p38"/>
            <p:cNvSpPr/>
            <p:nvPr/>
          </p:nvSpPr>
          <p:spPr>
            <a:xfrm rot="3101400">
              <a:off x="8184960" y="-288360"/>
              <a:ext cx="1209240" cy="97380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54" name="Google Shape;1954;p38"/>
            <p:cNvSpPr/>
            <p:nvPr/>
          </p:nvSpPr>
          <p:spPr>
            <a:xfrm rot="3101400">
              <a:off x="8236440" y="154800"/>
              <a:ext cx="950400" cy="2876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55" name="Google Shape;1955;p38"/>
            <p:cNvSpPr/>
            <p:nvPr/>
          </p:nvSpPr>
          <p:spPr>
            <a:xfrm rot="3101400">
              <a:off x="8314560" y="54360"/>
              <a:ext cx="950400" cy="2876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56" name="Google Shape;1956;p38"/>
            <p:cNvSpPr/>
            <p:nvPr/>
          </p:nvSpPr>
          <p:spPr>
            <a:xfrm rot="3101400">
              <a:off x="8394120" y="-47520"/>
              <a:ext cx="950400" cy="2876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57" name="Google Shape;1957;p38"/>
            <p:cNvSpPr/>
            <p:nvPr/>
          </p:nvSpPr>
          <p:spPr>
            <a:xfrm rot="3101400">
              <a:off x="8470080" y="-146880"/>
              <a:ext cx="950400" cy="2876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58" name="Google Shape;1958;p38"/>
            <p:cNvSpPr/>
            <p:nvPr/>
          </p:nvSpPr>
          <p:spPr>
            <a:xfrm rot="3101400">
              <a:off x="8158680" y="255600"/>
              <a:ext cx="950400" cy="2876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59" name="Google Shape;1959;p38"/>
            <p:cNvSpPr/>
            <p:nvPr/>
          </p:nvSpPr>
          <p:spPr>
            <a:xfrm rot="3101400">
              <a:off x="8296920" y="-234000"/>
              <a:ext cx="1071000" cy="97380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60" name="Google Shape;1960;p38"/>
            <p:cNvSpPr/>
            <p:nvPr/>
          </p:nvSpPr>
          <p:spPr>
            <a:xfrm rot="3101400">
              <a:off x="8928720" y="-221760"/>
              <a:ext cx="304200" cy="8784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43900" lIns="91425" spcFirstLastPara="1" rIns="91425" wrap="square" tIns="43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61" name="Google Shape;1961;p38"/>
            <p:cNvSpPr/>
            <p:nvPr/>
          </p:nvSpPr>
          <p:spPr>
            <a:xfrm rot="3101400">
              <a:off x="8862480" y="-263880"/>
              <a:ext cx="399240" cy="21888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62" name="Google Shape;1962;p38"/>
            <p:cNvSpPr/>
            <p:nvPr/>
          </p:nvSpPr>
          <p:spPr>
            <a:xfrm rot="3101400">
              <a:off x="8877600" y="-230400"/>
              <a:ext cx="35280" cy="1764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9000" lIns="91425" spcFirstLastPara="1" rIns="91425" wrap="square" tIns="9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63" name="Google Shape;1963;p38"/>
            <p:cNvSpPr/>
            <p:nvPr/>
          </p:nvSpPr>
          <p:spPr>
            <a:xfrm rot="3101400">
              <a:off x="9154440" y="-21240"/>
              <a:ext cx="35280" cy="1764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9000" lIns="91425" spcFirstLastPara="1" rIns="91425" wrap="square" tIns="9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64" name="Google Shape;1964;p38"/>
            <p:cNvSpPr/>
            <p:nvPr/>
          </p:nvSpPr>
          <p:spPr>
            <a:xfrm rot="3101400">
              <a:off x="8945640" y="32040"/>
              <a:ext cx="257040" cy="76140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65" name="Google Shape;1965;p38"/>
            <p:cNvSpPr/>
            <p:nvPr/>
          </p:nvSpPr>
          <p:spPr>
            <a:xfrm rot="3101400">
              <a:off x="9060480" y="405000"/>
              <a:ext cx="22680" cy="2124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0800" lIns="91425" spcFirstLastPara="1" rIns="91425" wrap="square" tIns="108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66" name="Google Shape;1966;p38"/>
            <p:cNvSpPr/>
            <p:nvPr/>
          </p:nvSpPr>
          <p:spPr>
            <a:xfrm rot="3101400">
              <a:off x="8998920" y="325080"/>
              <a:ext cx="150480" cy="17568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87825" lIns="91425" spcFirstLastPara="1" rIns="91425" wrap="square" tIns="87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67" name="Google Shape;1967;p38"/>
            <p:cNvSpPr/>
            <p:nvPr/>
          </p:nvSpPr>
          <p:spPr>
            <a:xfrm rot="3101400">
              <a:off x="8989200" y="462240"/>
              <a:ext cx="73440" cy="2556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2950" lIns="91425" spcFirstLastPara="1" rIns="91425" wrap="square" tIns="12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68" name="Google Shape;1968;p38"/>
            <p:cNvSpPr/>
            <p:nvPr/>
          </p:nvSpPr>
          <p:spPr>
            <a:xfrm rot="3101400">
              <a:off x="8376840" y="-396720"/>
              <a:ext cx="257040" cy="76140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69" name="Google Shape;1969;p38"/>
            <p:cNvSpPr/>
            <p:nvPr/>
          </p:nvSpPr>
          <p:spPr>
            <a:xfrm rot="3101400">
              <a:off x="8491680" y="-24120"/>
              <a:ext cx="22680" cy="2124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0800" lIns="91425" spcFirstLastPara="1" rIns="91425" wrap="square" tIns="108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70" name="Google Shape;1970;p38"/>
            <p:cNvSpPr/>
            <p:nvPr/>
          </p:nvSpPr>
          <p:spPr>
            <a:xfrm rot="3101400">
              <a:off x="8430120" y="-103680"/>
              <a:ext cx="150480" cy="17568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87825" lIns="91425" spcFirstLastPara="1" rIns="91425" wrap="square" tIns="87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71" name="Google Shape;1971;p38"/>
            <p:cNvSpPr/>
            <p:nvPr/>
          </p:nvSpPr>
          <p:spPr>
            <a:xfrm rot="3101400">
              <a:off x="8420400" y="33120"/>
              <a:ext cx="73440" cy="2556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2950" lIns="91425" spcFirstLastPara="1" rIns="91425" wrap="square" tIns="129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72" name="Google Shape;1972;p38"/>
            <p:cNvSpPr/>
            <p:nvPr/>
          </p:nvSpPr>
          <p:spPr>
            <a:xfrm rot="3101400">
              <a:off x="8857800" y="-226080"/>
              <a:ext cx="63360" cy="2664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3300" lIns="91425" spcFirstLastPara="1" rIns="91425" wrap="square" tIns="13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73" name="Google Shape;1973;p38"/>
            <p:cNvSpPr/>
            <p:nvPr/>
          </p:nvSpPr>
          <p:spPr>
            <a:xfrm rot="3101400">
              <a:off x="8858520" y="-226440"/>
              <a:ext cx="63720" cy="2232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1150" lIns="91425" spcFirstLastPara="1" rIns="91425" wrap="square" tIns="11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74" name="Google Shape;1974;p38"/>
            <p:cNvSpPr/>
            <p:nvPr/>
          </p:nvSpPr>
          <p:spPr>
            <a:xfrm rot="3101400">
              <a:off x="9134640" y="-17280"/>
              <a:ext cx="63360" cy="2700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3675" lIns="91425" spcFirstLastPara="1" rIns="91425" wrap="square" tIns="13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75" name="Google Shape;1975;p38"/>
            <p:cNvSpPr/>
            <p:nvPr/>
          </p:nvSpPr>
          <p:spPr>
            <a:xfrm rot="3101400">
              <a:off x="9135360" y="-17640"/>
              <a:ext cx="63720" cy="2232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1150" lIns="91425" spcFirstLastPara="1" rIns="91425" wrap="square" tIns="11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976" name="Google Shape;1976;p38"/>
          <p:cNvSpPr/>
          <p:nvPr/>
        </p:nvSpPr>
        <p:spPr>
          <a:xfrm flipH="1">
            <a:off x="1381680" y="482760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77" name="Google Shape;1977;p38"/>
          <p:cNvSpPr/>
          <p:nvPr/>
        </p:nvSpPr>
        <p:spPr>
          <a:xfrm flipH="1">
            <a:off x="187920" y="306936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78" name="Google Shape;1978;p38"/>
          <p:cNvSpPr/>
          <p:nvPr/>
        </p:nvSpPr>
        <p:spPr>
          <a:xfrm flipH="1">
            <a:off x="8755920" y="327996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79" name="Google Shape;1979;p38"/>
          <p:cNvSpPr/>
          <p:nvPr/>
        </p:nvSpPr>
        <p:spPr>
          <a:xfrm flipH="1" rot="10800000">
            <a:off x="2060640" y="4687560"/>
            <a:ext cx="1917720" cy="8524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980" name="Google Shape;1980;p38"/>
          <p:cNvGrpSpPr/>
          <p:nvPr/>
        </p:nvGrpSpPr>
        <p:grpSpPr>
          <a:xfrm>
            <a:off x="188640" y="1108440"/>
            <a:ext cx="261720" cy="531000"/>
            <a:chOff x="188640" y="1108440"/>
            <a:chExt cx="261720" cy="531000"/>
          </a:xfrm>
        </p:grpSpPr>
        <p:sp>
          <p:nvSpPr>
            <p:cNvPr id="1981" name="Google Shape;1981;p38"/>
            <p:cNvSpPr/>
            <p:nvPr/>
          </p:nvSpPr>
          <p:spPr>
            <a:xfrm>
              <a:off x="188640" y="110844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82" name="Google Shape;1982;p38"/>
            <p:cNvSpPr/>
            <p:nvPr/>
          </p:nvSpPr>
          <p:spPr>
            <a:xfrm>
              <a:off x="260640" y="160344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83" name="Google Shape;1983;p38"/>
            <p:cNvSpPr/>
            <p:nvPr/>
          </p:nvSpPr>
          <p:spPr>
            <a:xfrm>
              <a:off x="309240" y="110844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984" name="Google Shape;1984;p38"/>
          <p:cNvGrpSpPr/>
          <p:nvPr/>
        </p:nvGrpSpPr>
        <p:grpSpPr>
          <a:xfrm>
            <a:off x="8718120" y="1073160"/>
            <a:ext cx="261720" cy="531000"/>
            <a:chOff x="8718120" y="1073160"/>
            <a:chExt cx="261720" cy="531000"/>
          </a:xfrm>
        </p:grpSpPr>
        <p:sp>
          <p:nvSpPr>
            <p:cNvPr id="1985" name="Google Shape;1985;p38"/>
            <p:cNvSpPr/>
            <p:nvPr/>
          </p:nvSpPr>
          <p:spPr>
            <a:xfrm>
              <a:off x="8718120" y="107316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86" name="Google Shape;1986;p38"/>
            <p:cNvSpPr/>
            <p:nvPr/>
          </p:nvSpPr>
          <p:spPr>
            <a:xfrm>
              <a:off x="8790480" y="156816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87" name="Google Shape;1987;p38"/>
            <p:cNvSpPr/>
            <p:nvPr/>
          </p:nvSpPr>
          <p:spPr>
            <a:xfrm>
              <a:off x="8838720" y="107316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9">
  <p:cSld name="CUSTOM_9">
    <p:bg>
      <p:bgPr>
        <a:solidFill>
          <a:schemeClr val="accent4"/>
        </a:solidFill>
      </p:bgPr>
    </p:bg>
    <p:spTree>
      <p:nvGrpSpPr>
        <p:cNvPr id="1988" name="Shape 1988"/>
        <p:cNvGrpSpPr/>
        <p:nvPr/>
      </p:nvGrpSpPr>
      <p:grpSpPr>
        <a:xfrm>
          <a:off x="0" y="0"/>
          <a:ext cx="0" cy="0"/>
          <a:chOff x="0" y="0"/>
          <a:chExt cx="0" cy="0"/>
        </a:xfrm>
      </p:grpSpPr>
      <p:sp>
        <p:nvSpPr>
          <p:cNvPr id="1989" name="Google Shape;1989;p39"/>
          <p:cNvSpPr/>
          <p:nvPr/>
        </p:nvSpPr>
        <p:spPr>
          <a:xfrm flipH="1">
            <a:off x="2277720" y="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90" name="Google Shape;1990;p39"/>
          <p:cNvSpPr/>
          <p:nvPr/>
        </p:nvSpPr>
        <p:spPr>
          <a:xfrm rot="-5400000">
            <a:off x="6646680" y="264636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91" name="Google Shape;1991;p39"/>
          <p:cNvSpPr/>
          <p:nvPr/>
        </p:nvSpPr>
        <p:spPr>
          <a:xfrm rot="5400000">
            <a:off x="137160" y="237060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992" name="Google Shape;1992;p39"/>
          <p:cNvGrpSpPr/>
          <p:nvPr/>
        </p:nvGrpSpPr>
        <p:grpSpPr>
          <a:xfrm>
            <a:off x="8097480" y="4170600"/>
            <a:ext cx="1242720" cy="1149840"/>
            <a:chOff x="8097480" y="4170600"/>
            <a:chExt cx="1242720" cy="1149840"/>
          </a:xfrm>
        </p:grpSpPr>
        <p:sp>
          <p:nvSpPr>
            <p:cNvPr id="1993" name="Google Shape;1993;p39"/>
            <p:cNvSpPr/>
            <p:nvPr/>
          </p:nvSpPr>
          <p:spPr>
            <a:xfrm>
              <a:off x="8097480" y="4170600"/>
              <a:ext cx="1242720" cy="114984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94" name="Google Shape;1994;p39"/>
            <p:cNvSpPr/>
            <p:nvPr/>
          </p:nvSpPr>
          <p:spPr>
            <a:xfrm>
              <a:off x="8271720" y="450108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95" name="Google Shape;1995;p39"/>
            <p:cNvSpPr/>
            <p:nvPr/>
          </p:nvSpPr>
          <p:spPr>
            <a:xfrm>
              <a:off x="8256960" y="4313880"/>
              <a:ext cx="850680" cy="7092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96" name="Google Shape;1996;p39"/>
            <p:cNvSpPr/>
            <p:nvPr/>
          </p:nvSpPr>
          <p:spPr>
            <a:xfrm>
              <a:off x="8667000" y="4542120"/>
              <a:ext cx="178560" cy="27000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97" name="Google Shape;1997;p39"/>
            <p:cNvSpPr/>
            <p:nvPr/>
          </p:nvSpPr>
          <p:spPr>
            <a:xfrm>
              <a:off x="8668080" y="4764240"/>
              <a:ext cx="90720" cy="3052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98" name="Google Shape;1998;p39"/>
            <p:cNvSpPr/>
            <p:nvPr/>
          </p:nvSpPr>
          <p:spPr>
            <a:xfrm>
              <a:off x="8684280" y="4779720"/>
              <a:ext cx="19440" cy="172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99" name="Google Shape;1999;p39"/>
            <p:cNvSpPr/>
            <p:nvPr/>
          </p:nvSpPr>
          <p:spPr>
            <a:xfrm>
              <a:off x="8271720" y="450108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00" name="Google Shape;2000;p39"/>
            <p:cNvSpPr/>
            <p:nvPr/>
          </p:nvSpPr>
          <p:spPr>
            <a:xfrm>
              <a:off x="8296920" y="4354920"/>
              <a:ext cx="873360" cy="83304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001" name="Google Shape;2001;p39"/>
          <p:cNvGrpSpPr/>
          <p:nvPr/>
        </p:nvGrpSpPr>
        <p:grpSpPr>
          <a:xfrm>
            <a:off x="-207360" y="-558000"/>
            <a:ext cx="1356480" cy="1420920"/>
            <a:chOff x="-207360" y="-558000"/>
            <a:chExt cx="1356480" cy="1420920"/>
          </a:xfrm>
        </p:grpSpPr>
        <p:sp>
          <p:nvSpPr>
            <p:cNvPr id="2002" name="Google Shape;2002;p39"/>
            <p:cNvSpPr/>
            <p:nvPr/>
          </p:nvSpPr>
          <p:spPr>
            <a:xfrm>
              <a:off x="-181800" y="-17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03" name="Google Shape;2003;p39"/>
            <p:cNvSpPr/>
            <p:nvPr/>
          </p:nvSpPr>
          <p:spPr>
            <a:xfrm>
              <a:off x="-181800" y="-17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04" name="Google Shape;2004;p39"/>
            <p:cNvSpPr/>
            <p:nvPr/>
          </p:nvSpPr>
          <p:spPr>
            <a:xfrm>
              <a:off x="-207360" y="-79560"/>
              <a:ext cx="1191960" cy="54324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05" name="Google Shape;2005;p39"/>
            <p:cNvSpPr/>
            <p:nvPr/>
          </p:nvSpPr>
          <p:spPr>
            <a:xfrm>
              <a:off x="182880" y="29520"/>
              <a:ext cx="798120" cy="3560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06" name="Google Shape;2006;p39"/>
            <p:cNvSpPr/>
            <p:nvPr/>
          </p:nvSpPr>
          <p:spPr>
            <a:xfrm>
              <a:off x="208440" y="116640"/>
              <a:ext cx="737640" cy="331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07" name="Google Shape;2007;p39"/>
            <p:cNvSpPr/>
            <p:nvPr/>
          </p:nvSpPr>
          <p:spPr>
            <a:xfrm>
              <a:off x="234000" y="201240"/>
              <a:ext cx="682200" cy="30852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08" name="Google Shape;2008;p39"/>
            <p:cNvSpPr/>
            <p:nvPr/>
          </p:nvSpPr>
          <p:spPr>
            <a:xfrm>
              <a:off x="297720" y="469440"/>
              <a:ext cx="405720" cy="19440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09" name="Google Shape;2009;p39"/>
            <p:cNvSpPr/>
            <p:nvPr/>
          </p:nvSpPr>
          <p:spPr>
            <a:xfrm>
              <a:off x="721440" y="395640"/>
              <a:ext cx="160920" cy="9324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46800" lIns="91425" spcFirstLastPara="1" rIns="91425" wrap="square" tIns="46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10" name="Google Shape;2010;p39"/>
            <p:cNvSpPr/>
            <p:nvPr/>
          </p:nvSpPr>
          <p:spPr>
            <a:xfrm>
              <a:off x="277920" y="421920"/>
              <a:ext cx="405720" cy="19404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11" name="Google Shape;2011;p39"/>
            <p:cNvSpPr/>
            <p:nvPr/>
          </p:nvSpPr>
          <p:spPr>
            <a:xfrm>
              <a:off x="-109080" y="464400"/>
              <a:ext cx="262800" cy="13536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12" name="Google Shape;2012;p39"/>
            <p:cNvSpPr/>
            <p:nvPr/>
          </p:nvSpPr>
          <p:spPr>
            <a:xfrm>
              <a:off x="-128520" y="416880"/>
              <a:ext cx="263160" cy="13536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13" name="Google Shape;2013;p39"/>
            <p:cNvSpPr/>
            <p:nvPr/>
          </p:nvSpPr>
          <p:spPr>
            <a:xfrm>
              <a:off x="908640" y="240840"/>
              <a:ext cx="146880" cy="14976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74875" lIns="91425" spcFirstLastPara="1" rIns="91425" wrap="square" tIns="74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14" name="Google Shape;2014;p39"/>
            <p:cNvSpPr/>
            <p:nvPr/>
          </p:nvSpPr>
          <p:spPr>
            <a:xfrm>
              <a:off x="1021680" y="302760"/>
              <a:ext cx="9360" cy="86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15" name="Google Shape;2015;p39"/>
            <p:cNvSpPr/>
            <p:nvPr/>
          </p:nvSpPr>
          <p:spPr>
            <a:xfrm>
              <a:off x="1033200" y="322920"/>
              <a:ext cx="9000" cy="86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16" name="Google Shape;2016;p39"/>
            <p:cNvSpPr/>
            <p:nvPr/>
          </p:nvSpPr>
          <p:spPr>
            <a:xfrm>
              <a:off x="963720" y="277560"/>
              <a:ext cx="6840" cy="756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17" name="Google Shape;2017;p39"/>
            <p:cNvSpPr/>
            <p:nvPr/>
          </p:nvSpPr>
          <p:spPr>
            <a:xfrm>
              <a:off x="940320" y="279000"/>
              <a:ext cx="6840" cy="756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18" name="Google Shape;2018;p39"/>
            <p:cNvSpPr/>
            <p:nvPr/>
          </p:nvSpPr>
          <p:spPr>
            <a:xfrm>
              <a:off x="-39600" y="546480"/>
              <a:ext cx="233640" cy="23364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19" name="Google Shape;2019;p39"/>
            <p:cNvSpPr/>
            <p:nvPr/>
          </p:nvSpPr>
          <p:spPr>
            <a:xfrm>
              <a:off x="-142200" y="-515160"/>
              <a:ext cx="1134720" cy="124884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20" name="Google Shape;2020;p39"/>
            <p:cNvSpPr/>
            <p:nvPr/>
          </p:nvSpPr>
          <p:spPr>
            <a:xfrm>
              <a:off x="-194400" y="-5580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21" name="Google Shape;2021;p39"/>
            <p:cNvSpPr/>
            <p:nvPr/>
          </p:nvSpPr>
          <p:spPr>
            <a:xfrm>
              <a:off x="126720" y="-465840"/>
              <a:ext cx="566280" cy="67788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22" name="Google Shape;2022;p39"/>
            <p:cNvSpPr/>
            <p:nvPr/>
          </p:nvSpPr>
          <p:spPr>
            <a:xfrm>
              <a:off x="178920" y="-372600"/>
              <a:ext cx="524520" cy="62748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23" name="Google Shape;2023;p39"/>
            <p:cNvSpPr/>
            <p:nvPr/>
          </p:nvSpPr>
          <p:spPr>
            <a:xfrm>
              <a:off x="230760" y="-283680"/>
              <a:ext cx="486720" cy="58104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24" name="Google Shape;2024;p39"/>
            <p:cNvSpPr/>
            <p:nvPr/>
          </p:nvSpPr>
          <p:spPr>
            <a:xfrm>
              <a:off x="359280" y="52920"/>
              <a:ext cx="296640" cy="34992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25" name="Google Shape;2025;p39"/>
            <p:cNvSpPr/>
            <p:nvPr/>
          </p:nvSpPr>
          <p:spPr>
            <a:xfrm>
              <a:off x="650520" y="-97200"/>
              <a:ext cx="128520" cy="14544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72700" lIns="91425" spcFirstLastPara="1" rIns="91425" wrap="square" tIns="72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26" name="Google Shape;2026;p39"/>
            <p:cNvSpPr/>
            <p:nvPr/>
          </p:nvSpPr>
          <p:spPr>
            <a:xfrm>
              <a:off x="319680" y="20520"/>
              <a:ext cx="296640" cy="34992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27" name="Google Shape;2027;p39"/>
            <p:cNvSpPr/>
            <p:nvPr/>
          </p:nvSpPr>
          <p:spPr>
            <a:xfrm>
              <a:off x="-29160" y="307080"/>
              <a:ext cx="198360" cy="23076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28" name="Google Shape;2028;p39"/>
            <p:cNvSpPr/>
            <p:nvPr/>
          </p:nvSpPr>
          <p:spPr>
            <a:xfrm>
              <a:off x="-68760" y="274680"/>
              <a:ext cx="198360" cy="23076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29" name="Google Shape;2029;p39"/>
            <p:cNvSpPr/>
            <p:nvPr/>
          </p:nvSpPr>
          <p:spPr>
            <a:xfrm>
              <a:off x="738000" y="-307440"/>
              <a:ext cx="163080" cy="15588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78100" lIns="91425" spcFirstLastPara="1" rIns="91425" wrap="square" tIns="78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30" name="Google Shape;2030;p39"/>
            <p:cNvSpPr/>
            <p:nvPr/>
          </p:nvSpPr>
          <p:spPr>
            <a:xfrm>
              <a:off x="844200" y="-253080"/>
              <a:ext cx="9000" cy="86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31" name="Google Shape;2031;p39"/>
            <p:cNvSpPr/>
            <p:nvPr/>
          </p:nvSpPr>
          <p:spPr>
            <a:xfrm>
              <a:off x="863640" y="-240840"/>
              <a:ext cx="9000" cy="86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32" name="Google Shape;2032;p39"/>
            <p:cNvSpPr/>
            <p:nvPr/>
          </p:nvSpPr>
          <p:spPr>
            <a:xfrm>
              <a:off x="779400" y="-248760"/>
              <a:ext cx="9000" cy="86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33" name="Google Shape;2033;p39"/>
            <p:cNvSpPr/>
            <p:nvPr/>
          </p:nvSpPr>
          <p:spPr>
            <a:xfrm>
              <a:off x="759600" y="-236160"/>
              <a:ext cx="9000" cy="86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34" name="Google Shape;2034;p39"/>
            <p:cNvSpPr/>
            <p:nvPr/>
          </p:nvSpPr>
          <p:spPr>
            <a:xfrm>
              <a:off x="54000" y="387000"/>
              <a:ext cx="252000" cy="25200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35" name="Google Shape;2035;p39"/>
            <p:cNvSpPr/>
            <p:nvPr/>
          </p:nvSpPr>
          <p:spPr>
            <a:xfrm>
              <a:off x="-194400" y="-5580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036" name="Google Shape;2036;p39"/>
          <p:cNvGrpSpPr/>
          <p:nvPr/>
        </p:nvGrpSpPr>
        <p:grpSpPr>
          <a:xfrm>
            <a:off x="-657294" y="4097860"/>
            <a:ext cx="1687187" cy="1653520"/>
            <a:chOff x="-657294" y="4097860"/>
            <a:chExt cx="1687187" cy="1653520"/>
          </a:xfrm>
        </p:grpSpPr>
        <p:sp>
          <p:nvSpPr>
            <p:cNvPr id="2037" name="Google Shape;2037;p39"/>
            <p:cNvSpPr/>
            <p:nvPr/>
          </p:nvSpPr>
          <p:spPr>
            <a:xfrm rot="-1309200">
              <a:off x="-471240" y="4297320"/>
              <a:ext cx="1315080" cy="125460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38" name="Google Shape;2038;p39"/>
            <p:cNvSpPr/>
            <p:nvPr/>
          </p:nvSpPr>
          <p:spPr>
            <a:xfrm rot="-1309200">
              <a:off x="-423720" y="4363200"/>
              <a:ext cx="1218960" cy="112068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39" name="Google Shape;2039;p39"/>
            <p:cNvSpPr/>
            <p:nvPr/>
          </p:nvSpPr>
          <p:spPr>
            <a:xfrm rot="-1309200">
              <a:off x="-81360" y="4466520"/>
              <a:ext cx="527400" cy="90756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40" name="Google Shape;2040;p39"/>
            <p:cNvSpPr/>
            <p:nvPr/>
          </p:nvSpPr>
          <p:spPr>
            <a:xfrm rot="-1309200">
              <a:off x="-399240" y="4488840"/>
              <a:ext cx="1198800" cy="99432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41" name="Google Shape;2041;p39"/>
            <p:cNvSpPr/>
            <p:nvPr/>
          </p:nvSpPr>
          <p:spPr>
            <a:xfrm rot="-1309200">
              <a:off x="-188280" y="4787280"/>
              <a:ext cx="56160" cy="9648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42" name="Google Shape;2042;p39"/>
            <p:cNvSpPr/>
            <p:nvPr/>
          </p:nvSpPr>
          <p:spPr>
            <a:xfrm rot="-1309200">
              <a:off x="-138600" y="4884120"/>
              <a:ext cx="25560" cy="864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43" name="Google Shape;2043;p39"/>
            <p:cNvSpPr/>
            <p:nvPr/>
          </p:nvSpPr>
          <p:spPr>
            <a:xfrm rot="-1309200">
              <a:off x="484560" y="4818600"/>
              <a:ext cx="56160" cy="9648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44" name="Google Shape;2044;p39"/>
            <p:cNvSpPr/>
            <p:nvPr/>
          </p:nvSpPr>
          <p:spPr>
            <a:xfrm rot="-1309200">
              <a:off x="534240" y="4915440"/>
              <a:ext cx="25560" cy="864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45" name="Google Shape;2045;p39"/>
            <p:cNvSpPr/>
            <p:nvPr/>
          </p:nvSpPr>
          <p:spPr>
            <a:xfrm rot="-1309200">
              <a:off x="-55080" y="5363640"/>
              <a:ext cx="56160" cy="9648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46" name="Google Shape;2046;p39"/>
            <p:cNvSpPr/>
            <p:nvPr/>
          </p:nvSpPr>
          <p:spPr>
            <a:xfrm rot="-1309200">
              <a:off x="-5400" y="5460480"/>
              <a:ext cx="25560" cy="864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2047" name="Google Shape;2047;p39"/>
          <p:cNvSpPr/>
          <p:nvPr/>
        </p:nvSpPr>
        <p:spPr>
          <a:xfrm>
            <a:off x="4476240" y="-363600"/>
            <a:ext cx="2394720" cy="106452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048" name="Google Shape;2048;p39"/>
          <p:cNvGrpSpPr/>
          <p:nvPr/>
        </p:nvGrpSpPr>
        <p:grpSpPr>
          <a:xfrm>
            <a:off x="7943907" y="-753405"/>
            <a:ext cx="1726625" cy="1812873"/>
            <a:chOff x="7943907" y="-753405"/>
            <a:chExt cx="1726625" cy="1812873"/>
          </a:xfrm>
        </p:grpSpPr>
        <p:sp>
          <p:nvSpPr>
            <p:cNvPr id="2049" name="Google Shape;2049;p39"/>
            <p:cNvSpPr/>
            <p:nvPr/>
          </p:nvSpPr>
          <p:spPr>
            <a:xfrm flipH="1" rot="-1588200">
              <a:off x="8195040" y="-554040"/>
              <a:ext cx="1224360" cy="141480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50" name="Google Shape;2050;p39"/>
            <p:cNvSpPr/>
            <p:nvPr/>
          </p:nvSpPr>
          <p:spPr>
            <a:xfrm flipH="1" rot="-1588200">
              <a:off x="8494200" y="-624600"/>
              <a:ext cx="874800" cy="127116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51" name="Google Shape;2051;p39"/>
            <p:cNvSpPr/>
            <p:nvPr/>
          </p:nvSpPr>
          <p:spPr>
            <a:xfrm flipH="1" rot="-1588200">
              <a:off x="8747640" y="-684720"/>
              <a:ext cx="574560" cy="113256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52" name="Google Shape;2052;p39"/>
            <p:cNvSpPr/>
            <p:nvPr/>
          </p:nvSpPr>
          <p:spPr>
            <a:xfrm flipH="1" rot="-1588200">
              <a:off x="8665200" y="158760"/>
              <a:ext cx="513720" cy="26172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53" name="Google Shape;2053;p39"/>
            <p:cNvSpPr/>
            <p:nvPr/>
          </p:nvSpPr>
          <p:spPr>
            <a:xfrm flipH="1" rot="-1588200">
              <a:off x="8728200" y="209160"/>
              <a:ext cx="513720" cy="26172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54" name="Google Shape;2054;p39"/>
            <p:cNvSpPr/>
            <p:nvPr/>
          </p:nvSpPr>
          <p:spPr>
            <a:xfrm flipH="1" rot="-1588200">
              <a:off x="8790840" y="259560"/>
              <a:ext cx="513720" cy="26172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55" name="Google Shape;2055;p39"/>
            <p:cNvSpPr/>
            <p:nvPr/>
          </p:nvSpPr>
          <p:spPr>
            <a:xfrm flipH="1" rot="-1588200">
              <a:off x="8450640" y="-104040"/>
              <a:ext cx="427320" cy="37476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56" name="Google Shape;2056;p39"/>
            <p:cNvSpPr/>
            <p:nvPr/>
          </p:nvSpPr>
          <p:spPr>
            <a:xfrm flipH="1" rot="-1588200">
              <a:off x="8536680" y="29160"/>
              <a:ext cx="325800" cy="16128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80625" lIns="91425" spcFirstLastPara="1" rIns="91425" wrap="square" tIns="80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57" name="Google Shape;2057;p39"/>
            <p:cNvSpPr/>
            <p:nvPr/>
          </p:nvSpPr>
          <p:spPr>
            <a:xfrm flipH="1" rot="-1588200">
              <a:off x="8616240" y="-121320"/>
              <a:ext cx="169920" cy="32148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58" name="Google Shape;2058;p39"/>
            <p:cNvSpPr/>
            <p:nvPr/>
          </p:nvSpPr>
          <p:spPr>
            <a:xfrm flipH="1" rot="-1588200">
              <a:off x="8467200" y="-22320"/>
              <a:ext cx="325800" cy="16128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80625" lIns="91425" spcFirstLastPara="1" rIns="91425" wrap="square" tIns="80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59" name="Google Shape;2059;p39"/>
            <p:cNvSpPr/>
            <p:nvPr/>
          </p:nvSpPr>
          <p:spPr>
            <a:xfrm flipH="1" rot="-1588200">
              <a:off x="8543880" y="-32040"/>
              <a:ext cx="169920" cy="32148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60" name="Google Shape;2060;p39"/>
            <p:cNvSpPr/>
            <p:nvPr/>
          </p:nvSpPr>
          <p:spPr>
            <a:xfrm flipH="1" rot="-1588200">
              <a:off x="8581320" y="-81720"/>
              <a:ext cx="165600" cy="33192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61" name="Google Shape;2061;p39"/>
            <p:cNvSpPr/>
            <p:nvPr/>
          </p:nvSpPr>
          <p:spPr>
            <a:xfrm flipH="1" rot="-1588200">
              <a:off x="8498160" y="0"/>
              <a:ext cx="331920" cy="16560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82800" lIns="91425" spcFirstLastPara="1" rIns="91425" wrap="square" tIns="82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62" name="Google Shape;2062;p39"/>
            <p:cNvSpPr/>
            <p:nvPr/>
          </p:nvSpPr>
          <p:spPr>
            <a:xfrm flipH="1" rot="-1588200">
              <a:off x="7994520" y="-387720"/>
              <a:ext cx="693720" cy="31140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2063" name="Google Shape;2063;p39"/>
          <p:cNvSpPr/>
          <p:nvPr/>
        </p:nvSpPr>
        <p:spPr>
          <a:xfrm flipH="1" rot="-225600">
            <a:off x="1631520" y="4407480"/>
            <a:ext cx="3266280" cy="1184040"/>
          </a:xfrm>
          <a:custGeom>
            <a:rect b="b" l="l" r="r" t="t"/>
            <a:pathLst>
              <a:path extrusionOk="0" fill="none" h="19231" w="53041">
                <a:moveTo>
                  <a:pt x="53040" y="14789"/>
                </a:moveTo>
                <a:cubicBezTo>
                  <a:pt x="53040" y="14789"/>
                  <a:pt x="49618" y="17159"/>
                  <a:pt x="41611" y="7597"/>
                </a:cubicBezTo>
                <a:cubicBezTo>
                  <a:pt x="39545" y="5131"/>
                  <a:pt x="36120" y="1533"/>
                  <a:pt x="32481" y="2245"/>
                </a:cubicBezTo>
                <a:cubicBezTo>
                  <a:pt x="31418" y="2453"/>
                  <a:pt x="29859" y="3206"/>
                  <a:pt x="29615" y="4305"/>
                </a:cubicBezTo>
                <a:cubicBezTo>
                  <a:pt x="29228" y="6051"/>
                  <a:pt x="31316" y="6683"/>
                  <a:pt x="32165" y="5721"/>
                </a:cubicBezTo>
                <a:cubicBezTo>
                  <a:pt x="33756" y="3916"/>
                  <a:pt x="30902" y="2404"/>
                  <a:pt x="29468" y="1989"/>
                </a:cubicBezTo>
                <a:cubicBezTo>
                  <a:pt x="22600" y="1"/>
                  <a:pt x="23994" y="8233"/>
                  <a:pt x="15235" y="13731"/>
                </a:cubicBezTo>
                <a:cubicBezTo>
                  <a:pt x="6476" y="19230"/>
                  <a:pt x="1" y="17179"/>
                  <a:pt x="1" y="1717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9_1">
  <p:cSld name="CUSTOM_9_1">
    <p:bg>
      <p:bgPr>
        <a:solidFill>
          <a:schemeClr val="accent4"/>
        </a:solidFill>
      </p:bgPr>
    </p:bg>
    <p:spTree>
      <p:nvGrpSpPr>
        <p:cNvPr id="2064" name="Shape 2064"/>
        <p:cNvGrpSpPr/>
        <p:nvPr/>
      </p:nvGrpSpPr>
      <p:grpSpPr>
        <a:xfrm>
          <a:off x="0" y="0"/>
          <a:ext cx="0" cy="0"/>
          <a:chOff x="0" y="0"/>
          <a:chExt cx="0" cy="0"/>
        </a:xfrm>
      </p:grpSpPr>
      <p:sp>
        <p:nvSpPr>
          <p:cNvPr id="2065" name="Google Shape;2065;p40"/>
          <p:cNvSpPr/>
          <p:nvPr/>
        </p:nvSpPr>
        <p:spPr>
          <a:xfrm flipH="1">
            <a:off x="3745080" y="-4788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66" name="Google Shape;2066;p40"/>
          <p:cNvSpPr/>
          <p:nvPr/>
        </p:nvSpPr>
        <p:spPr>
          <a:xfrm flipH="1" rot="5400000">
            <a:off x="27000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67" name="Google Shape;2067;p40"/>
          <p:cNvSpPr/>
          <p:nvPr/>
        </p:nvSpPr>
        <p:spPr>
          <a:xfrm>
            <a:off x="652716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068" name="Google Shape;2068;p40"/>
          <p:cNvGrpSpPr/>
          <p:nvPr/>
        </p:nvGrpSpPr>
        <p:grpSpPr>
          <a:xfrm>
            <a:off x="-573480" y="-574560"/>
            <a:ext cx="1362240" cy="1457640"/>
            <a:chOff x="-573480" y="-574560"/>
            <a:chExt cx="1362240" cy="1457640"/>
          </a:xfrm>
        </p:grpSpPr>
        <p:sp>
          <p:nvSpPr>
            <p:cNvPr id="2069" name="Google Shape;2069;p40"/>
            <p:cNvSpPr/>
            <p:nvPr/>
          </p:nvSpPr>
          <p:spPr>
            <a:xfrm>
              <a:off x="-413640" y="-574560"/>
              <a:ext cx="1202400" cy="1211760"/>
            </a:xfrm>
            <a:custGeom>
              <a:rect b="b" l="l" r="r" t="t"/>
              <a:pathLst>
                <a:path extrusionOk="0" h="20949" w="20789">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70" name="Google Shape;2070;p40"/>
            <p:cNvSpPr/>
            <p:nvPr/>
          </p:nvSpPr>
          <p:spPr>
            <a:xfrm>
              <a:off x="-413640" y="-574560"/>
              <a:ext cx="1202400" cy="846360"/>
            </a:xfrm>
            <a:custGeom>
              <a:rect b="b" l="l" r="r" t="t"/>
              <a:pathLst>
                <a:path extrusionOk="0" h="14635" w="20789">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71" name="Google Shape;2071;p40"/>
            <p:cNvSpPr/>
            <p:nvPr/>
          </p:nvSpPr>
          <p:spPr>
            <a:xfrm>
              <a:off x="16560" y="-432000"/>
              <a:ext cx="128880" cy="116280"/>
            </a:xfrm>
            <a:custGeom>
              <a:rect b="b" l="l" r="r" t="t"/>
              <a:pathLst>
                <a:path extrusionOk="0" h="2015" w="2234">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72" name="Google Shape;2072;p40"/>
            <p:cNvSpPr/>
            <p:nvPr/>
          </p:nvSpPr>
          <p:spPr>
            <a:xfrm>
              <a:off x="33120" y="-168480"/>
              <a:ext cx="494640" cy="533160"/>
            </a:xfrm>
            <a:custGeom>
              <a:rect b="b" l="l" r="r" t="t"/>
              <a:pathLst>
                <a:path extrusionOk="0" h="9219" w="8558">
                  <a:moveTo>
                    <a:pt x="608" y="1"/>
                  </a:moveTo>
                  <a:lnTo>
                    <a:pt x="1" y="558"/>
                  </a:lnTo>
                  <a:lnTo>
                    <a:pt x="7951" y="9218"/>
                  </a:lnTo>
                  <a:lnTo>
                    <a:pt x="8557" y="8661"/>
                  </a:lnTo>
                  <a:lnTo>
                    <a:pt x="608"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73" name="Google Shape;2073;p40"/>
            <p:cNvSpPr/>
            <p:nvPr/>
          </p:nvSpPr>
          <p:spPr>
            <a:xfrm>
              <a:off x="200520" y="-123120"/>
              <a:ext cx="395640" cy="425160"/>
            </a:xfrm>
            <a:custGeom>
              <a:rect b="b" l="l" r="r" t="t"/>
              <a:pathLst>
                <a:path extrusionOk="0" h="7353" w="6846">
                  <a:moveTo>
                    <a:pt x="607" y="0"/>
                  </a:moveTo>
                  <a:lnTo>
                    <a:pt x="1" y="558"/>
                  </a:lnTo>
                  <a:lnTo>
                    <a:pt x="6239" y="7353"/>
                  </a:lnTo>
                  <a:lnTo>
                    <a:pt x="6846" y="6796"/>
                  </a:lnTo>
                  <a:lnTo>
                    <a:pt x="6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74" name="Google Shape;2074;p40"/>
            <p:cNvSpPr/>
            <p:nvPr/>
          </p:nvSpPr>
          <p:spPr>
            <a:xfrm>
              <a:off x="532440" y="102600"/>
              <a:ext cx="131400" cy="137160"/>
            </a:xfrm>
            <a:custGeom>
              <a:rect b="b" l="l" r="r" t="t"/>
              <a:pathLst>
                <a:path extrusionOk="0" h="2378" w="2278">
                  <a:moveTo>
                    <a:pt x="608" y="1"/>
                  </a:moveTo>
                  <a:lnTo>
                    <a:pt x="1" y="557"/>
                  </a:lnTo>
                  <a:lnTo>
                    <a:pt x="1671" y="2377"/>
                  </a:lnTo>
                  <a:lnTo>
                    <a:pt x="2277" y="1820"/>
                  </a:lnTo>
                  <a:lnTo>
                    <a:pt x="608" y="1"/>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75" name="Google Shape;2075;p40"/>
            <p:cNvSpPr/>
            <p:nvPr/>
          </p:nvSpPr>
          <p:spPr>
            <a:xfrm>
              <a:off x="406800" y="-33840"/>
              <a:ext cx="131400" cy="137160"/>
            </a:xfrm>
            <a:custGeom>
              <a:rect b="b" l="l" r="r" t="t"/>
              <a:pathLst>
                <a:path extrusionOk="0" h="2377" w="2278">
                  <a:moveTo>
                    <a:pt x="607" y="0"/>
                  </a:moveTo>
                  <a:lnTo>
                    <a:pt x="0" y="557"/>
                  </a:lnTo>
                  <a:lnTo>
                    <a:pt x="1671" y="2377"/>
                  </a:lnTo>
                  <a:lnTo>
                    <a:pt x="2278" y="1819"/>
                  </a:lnTo>
                  <a:lnTo>
                    <a:pt x="607" y="0"/>
                  </a:lnTo>
                  <a:close/>
                </a:path>
              </a:pathLst>
            </a:custGeom>
            <a:solidFill>
              <a:schemeClr val="accent6"/>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76" name="Google Shape;2076;p40"/>
            <p:cNvSpPr/>
            <p:nvPr/>
          </p:nvSpPr>
          <p:spPr>
            <a:xfrm>
              <a:off x="-573480" y="-5040"/>
              <a:ext cx="1213200" cy="888120"/>
            </a:xfrm>
            <a:custGeom>
              <a:rect b="b" l="l" r="r" t="t"/>
              <a:pathLst>
                <a:path extrusionOk="0" h="15356" w="20977">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77" name="Google Shape;2077;p40"/>
            <p:cNvSpPr/>
            <p:nvPr/>
          </p:nvSpPr>
          <p:spPr>
            <a:xfrm>
              <a:off x="-573480" y="-5040"/>
              <a:ext cx="1213200" cy="667440"/>
            </a:xfrm>
            <a:custGeom>
              <a:rect b="b" l="l" r="r" t="t"/>
              <a:pathLst>
                <a:path extrusionOk="0" h="11543" w="20977">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78" name="Google Shape;2078;p40"/>
            <p:cNvSpPr/>
            <p:nvPr/>
          </p:nvSpPr>
          <p:spPr>
            <a:xfrm>
              <a:off x="-537120" y="351360"/>
              <a:ext cx="1096560" cy="360720"/>
            </a:xfrm>
            <a:custGeom>
              <a:rect b="b" l="l" r="r" t="t"/>
              <a:pathLst>
                <a:path extrusionOk="0" h="6244" w="18958">
                  <a:moveTo>
                    <a:pt x="442" y="1"/>
                  </a:moveTo>
                  <a:lnTo>
                    <a:pt x="1" y="1856"/>
                  </a:lnTo>
                  <a:lnTo>
                    <a:pt x="18518" y="6243"/>
                  </a:lnTo>
                  <a:lnTo>
                    <a:pt x="18957" y="4388"/>
                  </a:lnTo>
                  <a:lnTo>
                    <a:pt x="4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79" name="Google Shape;2079;p40"/>
            <p:cNvSpPr/>
            <p:nvPr/>
          </p:nvSpPr>
          <p:spPr>
            <a:xfrm>
              <a:off x="-142560" y="329760"/>
              <a:ext cx="672480" cy="203040"/>
            </a:xfrm>
            <a:custGeom>
              <a:rect b="b" l="l" r="r" t="t"/>
              <a:pathLst>
                <a:path extrusionOk="0" h="3513" w="11629">
                  <a:moveTo>
                    <a:pt x="190" y="0"/>
                  </a:moveTo>
                  <a:lnTo>
                    <a:pt x="0" y="802"/>
                  </a:lnTo>
                  <a:lnTo>
                    <a:pt x="11439" y="3513"/>
                  </a:lnTo>
                  <a:lnTo>
                    <a:pt x="11629" y="2711"/>
                  </a:lnTo>
                  <a:lnTo>
                    <a:pt x="190"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80" name="Google Shape;2080;p40"/>
            <p:cNvSpPr/>
            <p:nvPr/>
          </p:nvSpPr>
          <p:spPr>
            <a:xfrm>
              <a:off x="21240" y="273240"/>
              <a:ext cx="529920" cy="169200"/>
            </a:xfrm>
            <a:custGeom>
              <a:rect b="b" l="l" r="r" t="t"/>
              <a:pathLst>
                <a:path extrusionOk="0" h="2930" w="9167">
                  <a:moveTo>
                    <a:pt x="190" y="1"/>
                  </a:moveTo>
                  <a:lnTo>
                    <a:pt x="0" y="803"/>
                  </a:lnTo>
                  <a:lnTo>
                    <a:pt x="8977" y="2930"/>
                  </a:lnTo>
                  <a:lnTo>
                    <a:pt x="9167" y="2128"/>
                  </a:lnTo>
                  <a:lnTo>
                    <a:pt x="190" y="1"/>
                  </a:lnTo>
                  <a:close/>
                </a:path>
              </a:pathLst>
            </a:custGeom>
            <a:solidFill>
              <a:schemeClr val="accent6"/>
            </a:solidFill>
            <a:ln>
              <a:noFill/>
            </a:ln>
          </p:spPr>
          <p:txBody>
            <a:bodyPr anchorCtr="0" anchor="ctr" bIns="84600" lIns="91425" spcFirstLastPara="1" rIns="91425" wrap="square" tIns="84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81" name="Google Shape;2081;p40"/>
            <p:cNvSpPr/>
            <p:nvPr/>
          </p:nvSpPr>
          <p:spPr>
            <a:xfrm>
              <a:off x="-368640" y="77400"/>
              <a:ext cx="127800" cy="116280"/>
            </a:xfrm>
            <a:custGeom>
              <a:rect b="b" l="l" r="r" t="t"/>
              <a:pathLst>
                <a:path extrusionOk="0" h="2016" w="2218">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anchorCtr="0" anchor="ctr" bIns="58300" lIns="91425" spcFirstLastPara="1" rIns="91425" wrap="square" tIns="58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2082" name="Google Shape;2082;p40"/>
          <p:cNvGrpSpPr/>
          <p:nvPr/>
        </p:nvGrpSpPr>
        <p:grpSpPr>
          <a:xfrm>
            <a:off x="-1108471" y="3883821"/>
            <a:ext cx="2097330" cy="2174179"/>
            <a:chOff x="-1108471" y="3883821"/>
            <a:chExt cx="2097330" cy="2174179"/>
          </a:xfrm>
        </p:grpSpPr>
        <p:sp>
          <p:nvSpPr>
            <p:cNvPr id="2083" name="Google Shape;2083;p40"/>
            <p:cNvSpPr/>
            <p:nvPr/>
          </p:nvSpPr>
          <p:spPr>
            <a:xfrm flipH="1" rot="6753000">
              <a:off x="-1113120" y="43016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84" name="Google Shape;2084;p40"/>
            <p:cNvSpPr/>
            <p:nvPr/>
          </p:nvSpPr>
          <p:spPr>
            <a:xfrm flipH="1" rot="6753000">
              <a:off x="-1113120" y="4301640"/>
              <a:ext cx="1620000" cy="107136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085" name="Google Shape;2085;p40"/>
            <p:cNvSpPr/>
            <p:nvPr/>
          </p:nvSpPr>
          <p:spPr>
            <a:xfrm flipH="1" rot="6753000">
              <a:off x="-813600" y="4722480"/>
              <a:ext cx="1450800" cy="66060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86" name="Google Shape;2086;p40"/>
            <p:cNvSpPr/>
            <p:nvPr/>
          </p:nvSpPr>
          <p:spPr>
            <a:xfrm flipH="1" rot="6753000">
              <a:off x="-500760" y="4610880"/>
              <a:ext cx="971280" cy="4334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87" name="Google Shape;2087;p40"/>
            <p:cNvSpPr/>
            <p:nvPr/>
          </p:nvSpPr>
          <p:spPr>
            <a:xfrm flipH="1" rot="6753000">
              <a:off x="-550440" y="4597200"/>
              <a:ext cx="897840" cy="403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88" name="Google Shape;2088;p40"/>
            <p:cNvSpPr/>
            <p:nvPr/>
          </p:nvSpPr>
          <p:spPr>
            <a:xfrm flipH="1" rot="6753000">
              <a:off x="-600120" y="4578120"/>
              <a:ext cx="830520" cy="37584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89" name="Google Shape;2089;p40"/>
            <p:cNvSpPr/>
            <p:nvPr/>
          </p:nvSpPr>
          <p:spPr>
            <a:xfrm flipH="1" rot="6753000">
              <a:off x="-703800" y="4633920"/>
              <a:ext cx="493920" cy="23652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90" name="Google Shape;2090;p40"/>
            <p:cNvSpPr/>
            <p:nvPr/>
          </p:nvSpPr>
          <p:spPr>
            <a:xfrm flipH="1" rot="6753000">
              <a:off x="-273960" y="4414320"/>
              <a:ext cx="195840" cy="11340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56875" lIns="91425" spcFirstLastPara="1" rIns="91425" wrap="square" tIns="56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91" name="Google Shape;2091;p40"/>
            <p:cNvSpPr/>
            <p:nvPr/>
          </p:nvSpPr>
          <p:spPr>
            <a:xfrm flipH="1" rot="6753000">
              <a:off x="-659520" y="4677840"/>
              <a:ext cx="493920" cy="23652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92" name="Google Shape;2092;p40"/>
            <p:cNvSpPr/>
            <p:nvPr/>
          </p:nvSpPr>
          <p:spPr>
            <a:xfrm flipH="1" rot="6753000">
              <a:off x="-801000" y="5222880"/>
              <a:ext cx="320040" cy="16488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93" name="Google Shape;2093;p40"/>
            <p:cNvSpPr/>
            <p:nvPr/>
          </p:nvSpPr>
          <p:spPr>
            <a:xfrm flipH="1" rot="6753000">
              <a:off x="-756720" y="5267520"/>
              <a:ext cx="320040" cy="16452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82425" lIns="91425" spcFirstLastPara="1" rIns="91425" wrap="square" tIns="82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94" name="Google Shape;2094;p40"/>
            <p:cNvSpPr/>
            <p:nvPr/>
          </p:nvSpPr>
          <p:spPr>
            <a:xfrm flipH="1" rot="6753000">
              <a:off x="-39600" y="4236120"/>
              <a:ext cx="178920" cy="18252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95" name="Google Shape;2095;p40"/>
            <p:cNvSpPr/>
            <p:nvPr/>
          </p:nvSpPr>
          <p:spPr>
            <a:xfrm flipH="1" rot="6753000">
              <a:off x="74520" y="4277160"/>
              <a:ext cx="11160" cy="104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96" name="Google Shape;2096;p40"/>
            <p:cNvSpPr/>
            <p:nvPr/>
          </p:nvSpPr>
          <p:spPr>
            <a:xfrm flipH="1" rot="6753000">
              <a:off x="57240" y="4254840"/>
              <a:ext cx="11160" cy="104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97" name="Google Shape;2097;p40"/>
            <p:cNvSpPr/>
            <p:nvPr/>
          </p:nvSpPr>
          <p:spPr>
            <a:xfrm flipH="1" rot="6753000">
              <a:off x="77040" y="4356000"/>
              <a:ext cx="8280" cy="900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98" name="Google Shape;2098;p40"/>
            <p:cNvSpPr/>
            <p:nvPr/>
          </p:nvSpPr>
          <p:spPr>
            <a:xfrm flipH="1" rot="6753000">
              <a:off x="64800" y="4381200"/>
              <a:ext cx="8280" cy="900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4675" lIns="91425" spcFirstLastPara="1" rIns="91425" wrap="square" tIns="4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99" name="Google Shape;2099;p40"/>
            <p:cNvSpPr/>
            <p:nvPr/>
          </p:nvSpPr>
          <p:spPr>
            <a:xfrm flipH="1" rot="6753000">
              <a:off x="-905400" y="5040360"/>
              <a:ext cx="284400" cy="28440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00" name="Google Shape;2100;p40"/>
            <p:cNvSpPr/>
            <p:nvPr/>
          </p:nvSpPr>
          <p:spPr>
            <a:xfrm flipH="1" rot="6753000">
              <a:off x="-668520" y="4290480"/>
              <a:ext cx="1381320" cy="151992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01" name="Google Shape;2101;p40"/>
            <p:cNvSpPr/>
            <p:nvPr/>
          </p:nvSpPr>
          <p:spPr>
            <a:xfrm flipH="1" rot="6753000">
              <a:off x="-420480" y="47044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02" name="Google Shape;2102;p40"/>
            <p:cNvSpPr/>
            <p:nvPr/>
          </p:nvSpPr>
          <p:spPr>
            <a:xfrm flipH="1" rot="6753000">
              <a:off x="-64080" y="4765320"/>
              <a:ext cx="689400" cy="82476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03" name="Google Shape;2103;p40"/>
            <p:cNvSpPr/>
            <p:nvPr/>
          </p:nvSpPr>
          <p:spPr>
            <a:xfrm flipH="1" rot="6753000">
              <a:off x="-100800" y="4729320"/>
              <a:ext cx="638640" cy="76356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04" name="Google Shape;2104;p40"/>
            <p:cNvSpPr/>
            <p:nvPr/>
          </p:nvSpPr>
          <p:spPr>
            <a:xfrm flipH="1" rot="6753000">
              <a:off x="-136080" y="4689720"/>
              <a:ext cx="592560" cy="70740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05" name="Google Shape;2105;p40"/>
            <p:cNvSpPr/>
            <p:nvPr/>
          </p:nvSpPr>
          <p:spPr>
            <a:xfrm flipH="1" rot="6753000">
              <a:off x="-253440" y="4689000"/>
              <a:ext cx="361080" cy="42624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06" name="Google Shape;2106;p40"/>
            <p:cNvSpPr/>
            <p:nvPr/>
          </p:nvSpPr>
          <p:spPr>
            <a:xfrm flipH="1" rot="6753000">
              <a:off x="228960" y="4698000"/>
              <a:ext cx="156600" cy="17712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88550" lIns="91425" spcFirstLastPara="1" rIns="91425" wrap="square" tIns="88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07" name="Google Shape;2107;p40"/>
            <p:cNvSpPr/>
            <p:nvPr/>
          </p:nvSpPr>
          <p:spPr>
            <a:xfrm flipH="1" rot="6753000">
              <a:off x="-235440" y="4748400"/>
              <a:ext cx="361080" cy="42624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08" name="Google Shape;2108;p40"/>
            <p:cNvSpPr/>
            <p:nvPr/>
          </p:nvSpPr>
          <p:spPr>
            <a:xfrm flipH="1" rot="6753000">
              <a:off x="-616680" y="5162400"/>
              <a:ext cx="241560" cy="28080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09" name="Google Shape;2109;p40"/>
            <p:cNvSpPr/>
            <p:nvPr/>
          </p:nvSpPr>
          <p:spPr>
            <a:xfrm flipH="1" rot="6753000">
              <a:off x="-598680" y="5221800"/>
              <a:ext cx="241560" cy="28080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10" name="Google Shape;2110;p40"/>
            <p:cNvSpPr/>
            <p:nvPr/>
          </p:nvSpPr>
          <p:spPr>
            <a:xfrm flipH="1" rot="6753000">
              <a:off x="487800" y="4670640"/>
              <a:ext cx="198360" cy="18936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11" name="Google Shape;2111;p40"/>
            <p:cNvSpPr/>
            <p:nvPr/>
          </p:nvSpPr>
          <p:spPr>
            <a:xfrm flipH="1" rot="6753000">
              <a:off x="616680" y="4735800"/>
              <a:ext cx="10800" cy="104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12" name="Google Shape;2112;p40"/>
            <p:cNvSpPr/>
            <p:nvPr/>
          </p:nvSpPr>
          <p:spPr>
            <a:xfrm flipH="1" rot="6753000">
              <a:off x="612000" y="4708800"/>
              <a:ext cx="11160" cy="104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13" name="Google Shape;2113;p40"/>
            <p:cNvSpPr/>
            <p:nvPr/>
          </p:nvSpPr>
          <p:spPr>
            <a:xfrm flipH="1" rot="6753000">
              <a:off x="581400" y="4806360"/>
              <a:ext cx="10800" cy="104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14" name="Google Shape;2114;p40"/>
            <p:cNvSpPr/>
            <p:nvPr/>
          </p:nvSpPr>
          <p:spPr>
            <a:xfrm flipH="1" rot="6753000">
              <a:off x="558000" y="4822560"/>
              <a:ext cx="10800" cy="104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5400" lIns="91425" spcFirstLastPara="1" rIns="91425" wrap="square" tIns="54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15" name="Google Shape;2115;p40"/>
            <p:cNvSpPr/>
            <p:nvPr/>
          </p:nvSpPr>
          <p:spPr>
            <a:xfrm flipH="1" rot="6753000">
              <a:off x="-699480" y="4984200"/>
              <a:ext cx="306720" cy="30672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16" name="Google Shape;2116;p40"/>
            <p:cNvSpPr/>
            <p:nvPr/>
          </p:nvSpPr>
          <p:spPr>
            <a:xfrm flipH="1" rot="6753000">
              <a:off x="-420480" y="4704480"/>
              <a:ext cx="1038240" cy="126360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117" name="Google Shape;2117;p40"/>
          <p:cNvGrpSpPr/>
          <p:nvPr/>
        </p:nvGrpSpPr>
        <p:grpSpPr>
          <a:xfrm>
            <a:off x="8056700" y="3864080"/>
            <a:ext cx="2194040" cy="2097320"/>
            <a:chOff x="8056700" y="3864080"/>
            <a:chExt cx="2194040" cy="2097320"/>
          </a:xfrm>
        </p:grpSpPr>
        <p:sp>
          <p:nvSpPr>
            <p:cNvPr id="2118" name="Google Shape;2118;p40"/>
            <p:cNvSpPr/>
            <p:nvPr/>
          </p:nvSpPr>
          <p:spPr>
            <a:xfrm rot="1992000">
              <a:off x="8295120" y="4221360"/>
              <a:ext cx="1717200" cy="138276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19" name="Google Shape;2119;p40"/>
            <p:cNvSpPr/>
            <p:nvPr/>
          </p:nvSpPr>
          <p:spPr>
            <a:xfrm rot="1992000">
              <a:off x="8419320" y="487908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20" name="Google Shape;2120;p40"/>
            <p:cNvSpPr/>
            <p:nvPr/>
          </p:nvSpPr>
          <p:spPr>
            <a:xfrm rot="1992000">
              <a:off x="8478720" y="470844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21" name="Google Shape;2121;p40"/>
            <p:cNvSpPr/>
            <p:nvPr/>
          </p:nvSpPr>
          <p:spPr>
            <a:xfrm rot="1992000">
              <a:off x="8539920" y="45349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22" name="Google Shape;2122;p40"/>
            <p:cNvSpPr/>
            <p:nvPr/>
          </p:nvSpPr>
          <p:spPr>
            <a:xfrm rot="1992000">
              <a:off x="8597520" y="436680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23" name="Google Shape;2123;p40"/>
            <p:cNvSpPr/>
            <p:nvPr/>
          </p:nvSpPr>
          <p:spPr>
            <a:xfrm rot="1992000">
              <a:off x="8359560" y="5049720"/>
              <a:ext cx="1349640" cy="408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24" name="Google Shape;2124;p40"/>
            <p:cNvSpPr/>
            <p:nvPr/>
          </p:nvSpPr>
          <p:spPr>
            <a:xfrm rot="1992000">
              <a:off x="8475120" y="4275000"/>
              <a:ext cx="1521000" cy="138276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25" name="Google Shape;2125;p40"/>
            <p:cNvSpPr/>
            <p:nvPr/>
          </p:nvSpPr>
          <p:spPr>
            <a:xfrm rot="1992000">
              <a:off x="9160200" y="4212000"/>
              <a:ext cx="432000" cy="1249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62625" lIns="91425" spcFirstLastPara="1" rIns="91425" wrap="square" tIns="62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26" name="Google Shape;2126;p40"/>
            <p:cNvSpPr/>
            <p:nvPr/>
          </p:nvSpPr>
          <p:spPr>
            <a:xfrm rot="1992000">
              <a:off x="9078120" y="4159080"/>
              <a:ext cx="567000" cy="31068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27" name="Google Shape;2127;p40"/>
            <p:cNvSpPr/>
            <p:nvPr/>
          </p:nvSpPr>
          <p:spPr>
            <a:xfrm rot="1992000">
              <a:off x="9081000" y="4286520"/>
              <a:ext cx="50400" cy="2520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28" name="Google Shape;2128;p40"/>
            <p:cNvSpPr/>
            <p:nvPr/>
          </p:nvSpPr>
          <p:spPr>
            <a:xfrm rot="1992000">
              <a:off x="9547920" y="4443840"/>
              <a:ext cx="50400" cy="2520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29" name="Google Shape;2129;p40"/>
            <p:cNvSpPr/>
            <p:nvPr/>
          </p:nvSpPr>
          <p:spPr>
            <a:xfrm rot="1992000">
              <a:off x="9450360" y="4532760"/>
              <a:ext cx="364680" cy="1081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30" name="Google Shape;2130;p40"/>
            <p:cNvSpPr/>
            <p:nvPr/>
          </p:nvSpPr>
          <p:spPr>
            <a:xfrm rot="1992000">
              <a:off x="9614880" y="5063040"/>
              <a:ext cx="32400" cy="3024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31" name="Google Shape;2131;p40"/>
            <p:cNvSpPr/>
            <p:nvPr/>
          </p:nvSpPr>
          <p:spPr>
            <a:xfrm rot="1992000">
              <a:off x="9525960" y="4948560"/>
              <a:ext cx="213840" cy="2498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32" name="Google Shape;2132;p40"/>
            <p:cNvSpPr/>
            <p:nvPr/>
          </p:nvSpPr>
          <p:spPr>
            <a:xfrm rot="1992000">
              <a:off x="9543600" y="5160960"/>
              <a:ext cx="104400" cy="3636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33" name="Google Shape;2133;p40"/>
            <p:cNvSpPr/>
            <p:nvPr/>
          </p:nvSpPr>
          <p:spPr>
            <a:xfrm rot="1992000">
              <a:off x="8490960" y="4210920"/>
              <a:ext cx="365040" cy="1081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34" name="Google Shape;2134;p40"/>
            <p:cNvSpPr/>
            <p:nvPr/>
          </p:nvSpPr>
          <p:spPr>
            <a:xfrm rot="1992000">
              <a:off x="8655840" y="4741200"/>
              <a:ext cx="32400" cy="3024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5100" lIns="91425" spcFirstLastPara="1" rIns="91425" wrap="square" tIns="151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35" name="Google Shape;2135;p40"/>
            <p:cNvSpPr/>
            <p:nvPr/>
          </p:nvSpPr>
          <p:spPr>
            <a:xfrm rot="1992000">
              <a:off x="8566920" y="4626720"/>
              <a:ext cx="213840" cy="24984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36" name="Google Shape;2136;p40"/>
            <p:cNvSpPr/>
            <p:nvPr/>
          </p:nvSpPr>
          <p:spPr>
            <a:xfrm rot="1992000">
              <a:off x="8584560" y="4839480"/>
              <a:ext cx="104400" cy="3636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8350" lIns="91425" spcFirstLastPara="1" rIns="91425" wrap="square" tIns="18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37" name="Google Shape;2137;p40"/>
            <p:cNvSpPr/>
            <p:nvPr/>
          </p:nvSpPr>
          <p:spPr>
            <a:xfrm rot="1992000">
              <a:off x="9057600" y="4295520"/>
              <a:ext cx="90360" cy="381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38" name="Google Shape;2138;p40"/>
            <p:cNvSpPr/>
            <p:nvPr/>
          </p:nvSpPr>
          <p:spPr>
            <a:xfrm rot="1992000">
              <a:off x="9057240" y="4294440"/>
              <a:ext cx="90720" cy="3168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39" name="Google Shape;2139;p40"/>
            <p:cNvSpPr/>
            <p:nvPr/>
          </p:nvSpPr>
          <p:spPr>
            <a:xfrm rot="1992000">
              <a:off x="9524160" y="4452120"/>
              <a:ext cx="90360" cy="3816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9075" lIns="91425" spcFirstLastPara="1" rIns="91425" wrap="square" tIns="190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40" name="Google Shape;2140;p40"/>
            <p:cNvSpPr/>
            <p:nvPr/>
          </p:nvSpPr>
          <p:spPr>
            <a:xfrm rot="1992000">
              <a:off x="9524160" y="4451040"/>
              <a:ext cx="90720" cy="3168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5825" lIns="91425" spcFirstLastPara="1" rIns="91425" wrap="square" tIns="15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2141" name="Google Shape;2141;p40"/>
          <p:cNvSpPr/>
          <p:nvPr/>
        </p:nvSpPr>
        <p:spPr>
          <a:xfrm rot="-1388400">
            <a:off x="1508400" y="-886680"/>
            <a:ext cx="3024720" cy="18165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42" name="Google Shape;2142;p40"/>
          <p:cNvSpPr/>
          <p:nvPr/>
        </p:nvSpPr>
        <p:spPr>
          <a:xfrm flipH="1" rot="-9572400">
            <a:off x="4591080" y="4188960"/>
            <a:ext cx="3024720" cy="18165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143" name="Google Shape;2143;p40"/>
          <p:cNvGrpSpPr/>
          <p:nvPr/>
        </p:nvGrpSpPr>
        <p:grpSpPr>
          <a:xfrm>
            <a:off x="8166960" y="-475920"/>
            <a:ext cx="1242720" cy="1149840"/>
            <a:chOff x="8166960" y="-475920"/>
            <a:chExt cx="1242720" cy="1149840"/>
          </a:xfrm>
        </p:grpSpPr>
        <p:sp>
          <p:nvSpPr>
            <p:cNvPr id="2144" name="Google Shape;2144;p40"/>
            <p:cNvSpPr/>
            <p:nvPr/>
          </p:nvSpPr>
          <p:spPr>
            <a:xfrm>
              <a:off x="8166960" y="-475920"/>
              <a:ext cx="1242720" cy="114984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45" name="Google Shape;2145;p40"/>
            <p:cNvSpPr/>
            <p:nvPr/>
          </p:nvSpPr>
          <p:spPr>
            <a:xfrm>
              <a:off x="8340840" y="-14544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46" name="Google Shape;2146;p40"/>
            <p:cNvSpPr/>
            <p:nvPr/>
          </p:nvSpPr>
          <p:spPr>
            <a:xfrm>
              <a:off x="8326440" y="-332640"/>
              <a:ext cx="850680" cy="7092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47" name="Google Shape;2147;p40"/>
            <p:cNvSpPr/>
            <p:nvPr/>
          </p:nvSpPr>
          <p:spPr>
            <a:xfrm>
              <a:off x="8736480" y="-104760"/>
              <a:ext cx="178560" cy="27000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48" name="Google Shape;2148;p40"/>
            <p:cNvSpPr/>
            <p:nvPr/>
          </p:nvSpPr>
          <p:spPr>
            <a:xfrm>
              <a:off x="8737560" y="117720"/>
              <a:ext cx="90720" cy="3052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49" name="Google Shape;2149;p40"/>
            <p:cNvSpPr/>
            <p:nvPr/>
          </p:nvSpPr>
          <p:spPr>
            <a:xfrm>
              <a:off x="8753760" y="132840"/>
              <a:ext cx="19440" cy="172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50" name="Google Shape;2150;p40"/>
            <p:cNvSpPr/>
            <p:nvPr/>
          </p:nvSpPr>
          <p:spPr>
            <a:xfrm>
              <a:off x="8340840" y="-14544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51" name="Google Shape;2151;p40"/>
            <p:cNvSpPr/>
            <p:nvPr/>
          </p:nvSpPr>
          <p:spPr>
            <a:xfrm>
              <a:off x="8366040" y="-291960"/>
              <a:ext cx="873360" cy="83304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 type="twoObj">
  <p:cSld name="TWO_OBJECTS">
    <p:bg>
      <p:bgPr>
        <a:solidFill>
          <a:schemeClr val="accent4"/>
        </a:solidFill>
      </p:bgPr>
    </p:bg>
    <p:spTree>
      <p:nvGrpSpPr>
        <p:cNvPr id="2152" name="Shape 2152"/>
        <p:cNvGrpSpPr/>
        <p:nvPr/>
      </p:nvGrpSpPr>
      <p:grpSpPr>
        <a:xfrm>
          <a:off x="0" y="0"/>
          <a:ext cx="0" cy="0"/>
          <a:chOff x="0" y="0"/>
          <a:chExt cx="0" cy="0"/>
        </a:xfrm>
      </p:grpSpPr>
      <p:sp>
        <p:nvSpPr>
          <p:cNvPr id="2153" name="Google Shape;2153;p41"/>
          <p:cNvSpPr/>
          <p:nvPr/>
        </p:nvSpPr>
        <p:spPr>
          <a:xfrm>
            <a:off x="1624320" y="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54" name="Google Shape;2154;p41"/>
          <p:cNvSpPr/>
          <p:nvPr/>
        </p:nvSpPr>
        <p:spPr>
          <a:xfrm rot="-5400000">
            <a:off x="6646680" y="264672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55" name="Google Shape;2155;p41"/>
          <p:cNvSpPr/>
          <p:nvPr/>
        </p:nvSpPr>
        <p:spPr>
          <a:xfrm flipH="1">
            <a:off x="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156" name="Google Shape;2156;p41"/>
          <p:cNvGrpSpPr/>
          <p:nvPr/>
        </p:nvGrpSpPr>
        <p:grpSpPr>
          <a:xfrm>
            <a:off x="-285015" y="-581447"/>
            <a:ext cx="1481610" cy="1372055"/>
            <a:chOff x="-285015" y="-581447"/>
            <a:chExt cx="1481610" cy="1372055"/>
          </a:xfrm>
        </p:grpSpPr>
        <p:sp>
          <p:nvSpPr>
            <p:cNvPr id="2157" name="Google Shape;2157;p41"/>
            <p:cNvSpPr/>
            <p:nvPr/>
          </p:nvSpPr>
          <p:spPr>
            <a:xfrm flipH="1" rot="-6423600">
              <a:off x="-73800" y="-507600"/>
              <a:ext cx="1059480" cy="122436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58" name="Google Shape;2158;p41"/>
            <p:cNvSpPr/>
            <p:nvPr/>
          </p:nvSpPr>
          <p:spPr>
            <a:xfrm flipH="1" rot="-6423600">
              <a:off x="-26280" y="-571680"/>
              <a:ext cx="757080" cy="109980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59" name="Google Shape;2159;p41"/>
            <p:cNvSpPr/>
            <p:nvPr/>
          </p:nvSpPr>
          <p:spPr>
            <a:xfrm flipH="1" rot="-6423600">
              <a:off x="7560" y="-618120"/>
              <a:ext cx="497160" cy="97956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60" name="Google Shape;2160;p41"/>
            <p:cNvSpPr/>
            <p:nvPr/>
          </p:nvSpPr>
          <p:spPr>
            <a:xfrm flipH="1" rot="-6423600">
              <a:off x="366840" y="-87120"/>
              <a:ext cx="444240" cy="22644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61" name="Google Shape;2161;p41"/>
            <p:cNvSpPr/>
            <p:nvPr/>
          </p:nvSpPr>
          <p:spPr>
            <a:xfrm flipH="1" rot="-6423600">
              <a:off x="418680" y="-133560"/>
              <a:ext cx="444240" cy="22644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62" name="Google Shape;2162;p41"/>
            <p:cNvSpPr/>
            <p:nvPr/>
          </p:nvSpPr>
          <p:spPr>
            <a:xfrm flipH="1" rot="-6423600">
              <a:off x="470520" y="-180000"/>
              <a:ext cx="444240" cy="22644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63" name="Google Shape;2163;p41"/>
            <p:cNvSpPr/>
            <p:nvPr/>
          </p:nvSpPr>
          <p:spPr>
            <a:xfrm flipH="1" rot="-6423600">
              <a:off x="191520" y="54720"/>
              <a:ext cx="369720" cy="32472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64" name="Google Shape;2164;p41"/>
            <p:cNvSpPr/>
            <p:nvPr/>
          </p:nvSpPr>
          <p:spPr>
            <a:xfrm flipH="1" rot="-6423600">
              <a:off x="262800" y="120240"/>
              <a:ext cx="282240" cy="13968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65" name="Google Shape;2165;p41"/>
            <p:cNvSpPr/>
            <p:nvPr/>
          </p:nvSpPr>
          <p:spPr>
            <a:xfrm flipH="1" rot="-6423600">
              <a:off x="270000" y="39960"/>
              <a:ext cx="146880" cy="27756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66" name="Google Shape;2166;p41"/>
            <p:cNvSpPr/>
            <p:nvPr/>
          </p:nvSpPr>
          <p:spPr>
            <a:xfrm flipH="1" rot="-6423600">
              <a:off x="208800" y="172080"/>
              <a:ext cx="282240" cy="13968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69825" lIns="91425" spcFirstLastPara="1" rIns="91425" wrap="square" tIns="69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67" name="Google Shape;2167;p41"/>
            <p:cNvSpPr/>
            <p:nvPr/>
          </p:nvSpPr>
          <p:spPr>
            <a:xfrm flipH="1" rot="-6423600">
              <a:off x="336240" y="114120"/>
              <a:ext cx="146880" cy="27792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68" name="Google Shape;2168;p41"/>
            <p:cNvSpPr/>
            <p:nvPr/>
          </p:nvSpPr>
          <p:spPr>
            <a:xfrm flipH="1" rot="-6423600">
              <a:off x="304920" y="73080"/>
              <a:ext cx="143280" cy="28728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69" name="Google Shape;2169;p41"/>
            <p:cNvSpPr/>
            <p:nvPr/>
          </p:nvSpPr>
          <p:spPr>
            <a:xfrm flipH="1" rot="-6423600">
              <a:off x="232200" y="145080"/>
              <a:ext cx="287280" cy="14364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2000" lIns="91425" spcFirstLastPara="1" rIns="91425" wrap="square" tIns="72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70" name="Google Shape;2170;p41"/>
            <p:cNvSpPr/>
            <p:nvPr/>
          </p:nvSpPr>
          <p:spPr>
            <a:xfrm flipH="1" rot="-6423600">
              <a:off x="-238320" y="312480"/>
              <a:ext cx="600120" cy="26928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171" name="Google Shape;2171;p41"/>
          <p:cNvGrpSpPr/>
          <p:nvPr/>
        </p:nvGrpSpPr>
        <p:grpSpPr>
          <a:xfrm>
            <a:off x="-314677" y="4222348"/>
            <a:ext cx="1424233" cy="1395545"/>
            <a:chOff x="-314677" y="4222348"/>
            <a:chExt cx="1424233" cy="1395545"/>
          </a:xfrm>
        </p:grpSpPr>
        <p:sp>
          <p:nvSpPr>
            <p:cNvPr id="2172" name="Google Shape;2172;p41"/>
            <p:cNvSpPr/>
            <p:nvPr/>
          </p:nvSpPr>
          <p:spPr>
            <a:xfrm flipH="1" rot="-9502800">
              <a:off x="-158400" y="4389840"/>
              <a:ext cx="1111680" cy="106056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73" name="Google Shape;2173;p41"/>
            <p:cNvSpPr/>
            <p:nvPr/>
          </p:nvSpPr>
          <p:spPr>
            <a:xfrm flipH="1" rot="-9502800">
              <a:off x="-118440" y="4447800"/>
              <a:ext cx="1030680" cy="94752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74" name="Google Shape;2174;p41"/>
            <p:cNvSpPr/>
            <p:nvPr/>
          </p:nvSpPr>
          <p:spPr>
            <a:xfrm flipH="1" rot="-9502800">
              <a:off x="170640" y="4540320"/>
              <a:ext cx="446040" cy="76752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75" name="Google Shape;2175;p41"/>
            <p:cNvSpPr/>
            <p:nvPr/>
          </p:nvSpPr>
          <p:spPr>
            <a:xfrm flipH="1" rot="-9502800">
              <a:off x="-98280" y="4448520"/>
              <a:ext cx="1013400" cy="84060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76" name="Google Shape;2176;p41"/>
            <p:cNvSpPr/>
            <p:nvPr/>
          </p:nvSpPr>
          <p:spPr>
            <a:xfrm flipH="1" rot="-9502800">
              <a:off x="79920" y="4956840"/>
              <a:ext cx="47160" cy="8136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77" name="Google Shape;2177;p41"/>
            <p:cNvSpPr/>
            <p:nvPr/>
          </p:nvSpPr>
          <p:spPr>
            <a:xfrm flipH="1" rot="-9502800">
              <a:off x="122400" y="4948920"/>
              <a:ext cx="21600" cy="684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78" name="Google Shape;2178;p41"/>
            <p:cNvSpPr/>
            <p:nvPr/>
          </p:nvSpPr>
          <p:spPr>
            <a:xfrm flipH="1" rot="-9502800">
              <a:off x="649440" y="4928040"/>
              <a:ext cx="47160" cy="8136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79" name="Google Shape;2179;p41"/>
            <p:cNvSpPr/>
            <p:nvPr/>
          </p:nvSpPr>
          <p:spPr>
            <a:xfrm flipH="1" rot="-9502800">
              <a:off x="691560" y="4920120"/>
              <a:ext cx="21600" cy="684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80" name="Google Shape;2180;p41"/>
            <p:cNvSpPr/>
            <p:nvPr/>
          </p:nvSpPr>
          <p:spPr>
            <a:xfrm flipH="1" rot="-9502800">
              <a:off x="191160" y="4469040"/>
              <a:ext cx="47160" cy="8136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0675" lIns="91425" spcFirstLastPara="1" rIns="91425" wrap="square" tIns="406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81" name="Google Shape;2181;p41"/>
            <p:cNvSpPr/>
            <p:nvPr/>
          </p:nvSpPr>
          <p:spPr>
            <a:xfrm flipH="1" rot="-9502800">
              <a:off x="233280" y="4461120"/>
              <a:ext cx="21600" cy="684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2182" name="Google Shape;2182;p41"/>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183" name="Google Shape;2183;p41"/>
          <p:cNvSpPr txBox="1"/>
          <p:nvPr>
            <p:ph idx="1" type="body"/>
          </p:nvPr>
        </p:nvSpPr>
        <p:spPr>
          <a:xfrm rot="-235200">
            <a:off x="2007000" y="1475280"/>
            <a:ext cx="1712520" cy="171000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184" name="Google Shape;2184;p41"/>
          <p:cNvSpPr txBox="1"/>
          <p:nvPr>
            <p:ph idx="2" type="body"/>
          </p:nvPr>
        </p:nvSpPr>
        <p:spPr>
          <a:xfrm rot="163800">
            <a:off x="5130360" y="1475280"/>
            <a:ext cx="1712160" cy="170964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grpSp>
        <p:nvGrpSpPr>
          <p:cNvPr id="2185" name="Google Shape;2185;p41"/>
          <p:cNvGrpSpPr/>
          <p:nvPr/>
        </p:nvGrpSpPr>
        <p:grpSpPr>
          <a:xfrm>
            <a:off x="8165481" y="4464693"/>
            <a:ext cx="1152798" cy="1023959"/>
            <a:chOff x="8165481" y="4464693"/>
            <a:chExt cx="1152798" cy="1023959"/>
          </a:xfrm>
        </p:grpSpPr>
        <p:sp>
          <p:nvSpPr>
            <p:cNvPr id="2186" name="Google Shape;2186;p41"/>
            <p:cNvSpPr/>
            <p:nvPr/>
          </p:nvSpPr>
          <p:spPr>
            <a:xfrm rot="-973800">
              <a:off x="8255520" y="4585320"/>
              <a:ext cx="972720" cy="78300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87" name="Google Shape;2187;p41"/>
            <p:cNvSpPr/>
            <p:nvPr/>
          </p:nvSpPr>
          <p:spPr>
            <a:xfrm rot="-973800">
              <a:off x="8411040" y="4950000"/>
              <a:ext cx="764280" cy="23112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88" name="Google Shape;2188;p41"/>
            <p:cNvSpPr/>
            <p:nvPr/>
          </p:nvSpPr>
          <p:spPr>
            <a:xfrm rot="-973800">
              <a:off x="8359560" y="4861440"/>
              <a:ext cx="764280" cy="23112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89" name="Google Shape;2189;p41"/>
            <p:cNvSpPr/>
            <p:nvPr/>
          </p:nvSpPr>
          <p:spPr>
            <a:xfrm rot="-973800">
              <a:off x="8307360" y="4771080"/>
              <a:ext cx="764280" cy="23112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90" name="Google Shape;2190;p41"/>
            <p:cNvSpPr/>
            <p:nvPr/>
          </p:nvSpPr>
          <p:spPr>
            <a:xfrm rot="-973800">
              <a:off x="8256240" y="4684320"/>
              <a:ext cx="764280" cy="23112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91" name="Google Shape;2191;p41"/>
            <p:cNvSpPr/>
            <p:nvPr/>
          </p:nvSpPr>
          <p:spPr>
            <a:xfrm rot="-973800">
              <a:off x="8462520" y="5038200"/>
              <a:ext cx="764280" cy="23112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92" name="Google Shape;2192;p41"/>
            <p:cNvSpPr/>
            <p:nvPr/>
          </p:nvSpPr>
          <p:spPr>
            <a:xfrm rot="-973800">
              <a:off x="8364240" y="4569480"/>
              <a:ext cx="861480" cy="78300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93" name="Google Shape;2193;p41"/>
            <p:cNvSpPr/>
            <p:nvPr/>
          </p:nvSpPr>
          <p:spPr>
            <a:xfrm rot="-973800">
              <a:off x="8426520" y="4610880"/>
              <a:ext cx="244800" cy="7056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35275" lIns="91425" spcFirstLastPara="1" rIns="91425" wrap="square" tIns="352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94" name="Google Shape;2194;p41"/>
            <p:cNvSpPr/>
            <p:nvPr/>
          </p:nvSpPr>
          <p:spPr>
            <a:xfrm rot="-973800">
              <a:off x="8400600" y="4579200"/>
              <a:ext cx="321120" cy="17604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88200" lIns="91425" spcFirstLastPara="1" rIns="91425" wrap="square" tIns="882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95" name="Google Shape;2195;p41"/>
            <p:cNvSpPr/>
            <p:nvPr/>
          </p:nvSpPr>
          <p:spPr>
            <a:xfrm rot="-973800">
              <a:off x="8445960" y="4764240"/>
              <a:ext cx="28440" cy="1404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7200" lIns="91425" spcFirstLastPara="1" rIns="91425" wrap="square" tIns="72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96" name="Google Shape;2196;p41"/>
            <p:cNvSpPr/>
            <p:nvPr/>
          </p:nvSpPr>
          <p:spPr>
            <a:xfrm rot="-973800">
              <a:off x="8685360" y="4621320"/>
              <a:ext cx="28440" cy="1404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7200" lIns="91425" spcFirstLastPara="1" rIns="91425" wrap="square" tIns="72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97" name="Google Shape;2197;p41"/>
            <p:cNvSpPr/>
            <p:nvPr/>
          </p:nvSpPr>
          <p:spPr>
            <a:xfrm rot="-973800">
              <a:off x="8884080" y="4523400"/>
              <a:ext cx="206640" cy="61236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98" name="Google Shape;2198;p41"/>
            <p:cNvSpPr/>
            <p:nvPr/>
          </p:nvSpPr>
          <p:spPr>
            <a:xfrm rot="-973800">
              <a:off x="8979840" y="4823640"/>
              <a:ext cx="18360" cy="1692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199" name="Google Shape;2199;p41"/>
            <p:cNvSpPr/>
            <p:nvPr/>
          </p:nvSpPr>
          <p:spPr>
            <a:xfrm rot="-973800">
              <a:off x="8927280" y="4759200"/>
              <a:ext cx="120960" cy="14148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70900" lIns="91425" spcFirstLastPara="1" rIns="91425" wrap="square" tIns="70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00" name="Google Shape;2200;p41"/>
            <p:cNvSpPr/>
            <p:nvPr/>
          </p:nvSpPr>
          <p:spPr>
            <a:xfrm rot="-973800">
              <a:off x="8989920" y="4874040"/>
              <a:ext cx="59040" cy="2052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0425" lIns="91425" spcFirstLastPara="1" rIns="91425" wrap="square" tIns="10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01" name="Google Shape;2201;p41"/>
            <p:cNvSpPr/>
            <p:nvPr/>
          </p:nvSpPr>
          <p:spPr>
            <a:xfrm rot="-973800">
              <a:off x="8392320" y="4817520"/>
              <a:ext cx="206640" cy="61236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02" name="Google Shape;2202;p41"/>
            <p:cNvSpPr/>
            <p:nvPr/>
          </p:nvSpPr>
          <p:spPr>
            <a:xfrm rot="-973800">
              <a:off x="8488080" y="5117760"/>
              <a:ext cx="18360" cy="1692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03" name="Google Shape;2203;p41"/>
            <p:cNvSpPr/>
            <p:nvPr/>
          </p:nvSpPr>
          <p:spPr>
            <a:xfrm rot="-973800">
              <a:off x="8435520" y="5053680"/>
              <a:ext cx="120960" cy="14148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70900" lIns="91425" spcFirstLastPara="1" rIns="91425" wrap="square" tIns="70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04" name="Google Shape;2204;p41"/>
            <p:cNvSpPr/>
            <p:nvPr/>
          </p:nvSpPr>
          <p:spPr>
            <a:xfrm rot="-973800">
              <a:off x="8498160" y="5168520"/>
              <a:ext cx="59040" cy="2052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0425" lIns="91425" spcFirstLastPara="1" rIns="91425" wrap="square" tIns="10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05" name="Google Shape;2205;p41"/>
            <p:cNvSpPr/>
            <p:nvPr/>
          </p:nvSpPr>
          <p:spPr>
            <a:xfrm rot="-973800">
              <a:off x="8439840" y="4767480"/>
              <a:ext cx="51120" cy="2160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0800" lIns="91425" spcFirstLastPara="1" rIns="91425" wrap="square" tIns="108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06" name="Google Shape;2206;p41"/>
            <p:cNvSpPr/>
            <p:nvPr/>
          </p:nvSpPr>
          <p:spPr>
            <a:xfrm rot="-973800">
              <a:off x="8438400" y="4768200"/>
              <a:ext cx="51120" cy="1764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9000" lIns="91425" spcFirstLastPara="1" rIns="91425" wrap="square" tIns="9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07" name="Google Shape;2207;p41"/>
            <p:cNvSpPr/>
            <p:nvPr/>
          </p:nvSpPr>
          <p:spPr>
            <a:xfrm rot="-973800">
              <a:off x="8679240" y="4624560"/>
              <a:ext cx="50760" cy="2160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0800" lIns="91425" spcFirstLastPara="1" rIns="91425" wrap="square" tIns="108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08" name="Google Shape;2208;p41"/>
            <p:cNvSpPr/>
            <p:nvPr/>
          </p:nvSpPr>
          <p:spPr>
            <a:xfrm rot="-973800">
              <a:off x="8677440" y="4624920"/>
              <a:ext cx="51120" cy="1764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9000" lIns="91425" spcFirstLastPara="1" rIns="91425" wrap="square" tIns="9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2209" name="Google Shape;2209;p41"/>
          <p:cNvSpPr/>
          <p:nvPr/>
        </p:nvSpPr>
        <p:spPr>
          <a:xfrm>
            <a:off x="7564320" y="482760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10" name="Google Shape;2210;p41"/>
          <p:cNvSpPr/>
          <p:nvPr/>
        </p:nvSpPr>
        <p:spPr>
          <a:xfrm>
            <a:off x="8793360" y="91080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11" name="Google Shape;2211;p41"/>
          <p:cNvSpPr/>
          <p:nvPr/>
        </p:nvSpPr>
        <p:spPr>
          <a:xfrm>
            <a:off x="1229400" y="15516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2212" name="Google Shape;2212;p41"/>
          <p:cNvGrpSpPr/>
          <p:nvPr/>
        </p:nvGrpSpPr>
        <p:grpSpPr>
          <a:xfrm>
            <a:off x="8273520" y="-378360"/>
            <a:ext cx="1044720" cy="966600"/>
            <a:chOff x="8273520" y="-378360"/>
            <a:chExt cx="1044720" cy="966600"/>
          </a:xfrm>
        </p:grpSpPr>
        <p:sp>
          <p:nvSpPr>
            <p:cNvPr id="2213" name="Google Shape;2213;p41"/>
            <p:cNvSpPr/>
            <p:nvPr/>
          </p:nvSpPr>
          <p:spPr>
            <a:xfrm>
              <a:off x="8273520" y="-378360"/>
              <a:ext cx="1044720" cy="96660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14" name="Google Shape;2214;p41"/>
            <p:cNvSpPr/>
            <p:nvPr/>
          </p:nvSpPr>
          <p:spPr>
            <a:xfrm>
              <a:off x="8420040" y="-100440"/>
              <a:ext cx="792360" cy="61164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15" name="Google Shape;2215;p41"/>
            <p:cNvSpPr/>
            <p:nvPr/>
          </p:nvSpPr>
          <p:spPr>
            <a:xfrm>
              <a:off x="8407800" y="-257760"/>
              <a:ext cx="715320" cy="59616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16" name="Google Shape;2216;p41"/>
            <p:cNvSpPr/>
            <p:nvPr/>
          </p:nvSpPr>
          <p:spPr>
            <a:xfrm>
              <a:off x="8752320" y="-66240"/>
              <a:ext cx="150120" cy="22680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17" name="Google Shape;2217;p41"/>
            <p:cNvSpPr/>
            <p:nvPr/>
          </p:nvSpPr>
          <p:spPr>
            <a:xfrm>
              <a:off x="8753400" y="120960"/>
              <a:ext cx="76320" cy="2566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18" name="Google Shape;2218;p41"/>
            <p:cNvSpPr/>
            <p:nvPr/>
          </p:nvSpPr>
          <p:spPr>
            <a:xfrm>
              <a:off x="8767080" y="133560"/>
              <a:ext cx="16200" cy="1440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7200" lIns="91425" spcFirstLastPara="1" rIns="91425" wrap="square" tIns="7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19" name="Google Shape;2219;p41"/>
            <p:cNvSpPr/>
            <p:nvPr/>
          </p:nvSpPr>
          <p:spPr>
            <a:xfrm>
              <a:off x="8420040" y="-100440"/>
              <a:ext cx="792360" cy="61164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20" name="Google Shape;2220;p41"/>
            <p:cNvSpPr/>
            <p:nvPr/>
          </p:nvSpPr>
          <p:spPr>
            <a:xfrm>
              <a:off x="8441280" y="-223560"/>
              <a:ext cx="734040" cy="70020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2221" name="Google Shape;2221;p41"/>
          <p:cNvSpPr/>
          <p:nvPr/>
        </p:nvSpPr>
        <p:spPr>
          <a:xfrm>
            <a:off x="190080" y="363672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22" name="Google Shape;2222;p41"/>
          <p:cNvSpPr/>
          <p:nvPr/>
        </p:nvSpPr>
        <p:spPr>
          <a:xfrm flipH="1" rot="2029200">
            <a:off x="5049000" y="-684720"/>
            <a:ext cx="1963800" cy="117900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23" name="Google Shape;2223;p41"/>
          <p:cNvSpPr/>
          <p:nvPr/>
        </p:nvSpPr>
        <p:spPr>
          <a:xfrm rot="8770800">
            <a:off x="1523520" y="4654080"/>
            <a:ext cx="1963800" cy="11793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224" name="Google Shape;2224;p41"/>
          <p:cNvGrpSpPr/>
          <p:nvPr/>
        </p:nvGrpSpPr>
        <p:grpSpPr>
          <a:xfrm>
            <a:off x="8715600" y="3519360"/>
            <a:ext cx="262080" cy="531000"/>
            <a:chOff x="8715600" y="3519360"/>
            <a:chExt cx="262080" cy="531000"/>
          </a:xfrm>
        </p:grpSpPr>
        <p:sp>
          <p:nvSpPr>
            <p:cNvPr id="2225" name="Google Shape;2225;p41"/>
            <p:cNvSpPr/>
            <p:nvPr/>
          </p:nvSpPr>
          <p:spPr>
            <a:xfrm>
              <a:off x="8715600" y="351936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26" name="Google Shape;2226;p41"/>
            <p:cNvSpPr/>
            <p:nvPr/>
          </p:nvSpPr>
          <p:spPr>
            <a:xfrm>
              <a:off x="8787960" y="401436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27" name="Google Shape;2227;p41"/>
            <p:cNvSpPr/>
            <p:nvPr/>
          </p:nvSpPr>
          <p:spPr>
            <a:xfrm>
              <a:off x="8836560" y="351936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228" name="Google Shape;2228;p41"/>
          <p:cNvGrpSpPr/>
          <p:nvPr/>
        </p:nvGrpSpPr>
        <p:grpSpPr>
          <a:xfrm>
            <a:off x="228600" y="1128600"/>
            <a:ext cx="261720" cy="531000"/>
            <a:chOff x="228600" y="1128600"/>
            <a:chExt cx="261720" cy="531000"/>
          </a:xfrm>
        </p:grpSpPr>
        <p:sp>
          <p:nvSpPr>
            <p:cNvPr id="2229" name="Google Shape;2229;p41"/>
            <p:cNvSpPr/>
            <p:nvPr/>
          </p:nvSpPr>
          <p:spPr>
            <a:xfrm>
              <a:off x="228600" y="112860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30" name="Google Shape;2230;p41"/>
            <p:cNvSpPr/>
            <p:nvPr/>
          </p:nvSpPr>
          <p:spPr>
            <a:xfrm>
              <a:off x="300600" y="162360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31" name="Google Shape;2231;p41"/>
            <p:cNvSpPr/>
            <p:nvPr/>
          </p:nvSpPr>
          <p:spPr>
            <a:xfrm>
              <a:off x="349200" y="112860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bg>
      <p:bgPr>
        <a:solidFill>
          <a:schemeClr val="accent4"/>
        </a:solidFill>
      </p:bgPr>
    </p:bg>
    <p:spTree>
      <p:nvGrpSpPr>
        <p:cNvPr id="2232" name="Shape 2232"/>
        <p:cNvGrpSpPr/>
        <p:nvPr/>
      </p:nvGrpSpPr>
      <p:grpSpPr>
        <a:xfrm>
          <a:off x="0" y="0"/>
          <a:ext cx="0" cy="0"/>
          <a:chOff x="0" y="0"/>
          <a:chExt cx="0" cy="0"/>
        </a:xfrm>
      </p:grpSpPr>
      <p:sp>
        <p:nvSpPr>
          <p:cNvPr id="2233" name="Google Shape;2233;p42"/>
          <p:cNvSpPr/>
          <p:nvPr/>
        </p:nvSpPr>
        <p:spPr>
          <a:xfrm flipH="1" rot="10800000">
            <a:off x="1504800" y="4614480"/>
            <a:ext cx="1816200" cy="57240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34" name="Google Shape;2234;p42"/>
          <p:cNvSpPr/>
          <p:nvPr/>
        </p:nvSpPr>
        <p:spPr>
          <a:xfrm flipH="1">
            <a:off x="5821560" y="0"/>
            <a:ext cx="1816200" cy="57240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35" name="Google Shape;2235;p42"/>
          <p:cNvSpPr/>
          <p:nvPr/>
        </p:nvSpPr>
        <p:spPr>
          <a:xfrm rot="5400000">
            <a:off x="270360" y="-27000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36" name="Google Shape;2236;p42"/>
          <p:cNvSpPr/>
          <p:nvPr/>
        </p:nvSpPr>
        <p:spPr>
          <a:xfrm>
            <a:off x="6527160" y="22528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37" name="Google Shape;2237;p42"/>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2238" name="Google Shape;2238;p42"/>
          <p:cNvGrpSpPr/>
          <p:nvPr/>
        </p:nvGrpSpPr>
        <p:grpSpPr>
          <a:xfrm>
            <a:off x="-264245" y="4431087"/>
            <a:ext cx="1328050" cy="1218518"/>
            <a:chOff x="-264245" y="4431087"/>
            <a:chExt cx="1328050" cy="1218518"/>
          </a:xfrm>
        </p:grpSpPr>
        <p:sp>
          <p:nvSpPr>
            <p:cNvPr id="2239" name="Google Shape;2239;p42"/>
            <p:cNvSpPr/>
            <p:nvPr/>
          </p:nvSpPr>
          <p:spPr>
            <a:xfrm flipH="1" rot="1386600">
              <a:off x="-137520" y="4608000"/>
              <a:ext cx="1074600" cy="86544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40" name="Google Shape;2240;p42"/>
            <p:cNvSpPr/>
            <p:nvPr/>
          </p:nvSpPr>
          <p:spPr>
            <a:xfrm flipH="1" rot="1386600">
              <a:off x="-90720" y="500328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41" name="Google Shape;2241;p42"/>
            <p:cNvSpPr/>
            <p:nvPr/>
          </p:nvSpPr>
          <p:spPr>
            <a:xfrm flipH="1" rot="1386600">
              <a:off x="-22320" y="491292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42" name="Google Shape;2242;p42"/>
            <p:cNvSpPr/>
            <p:nvPr/>
          </p:nvSpPr>
          <p:spPr>
            <a:xfrm flipH="1" rot="1386600">
              <a:off x="46080" y="482076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43" name="Google Shape;2243;p42"/>
            <p:cNvSpPr/>
            <p:nvPr/>
          </p:nvSpPr>
          <p:spPr>
            <a:xfrm flipH="1" rot="1386600">
              <a:off x="113760" y="473256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44" name="Google Shape;2244;p42"/>
            <p:cNvSpPr/>
            <p:nvPr/>
          </p:nvSpPr>
          <p:spPr>
            <a:xfrm flipH="1" rot="1386600">
              <a:off x="-159120" y="5093280"/>
              <a:ext cx="844560" cy="25560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45" name="Google Shape;2245;p42"/>
            <p:cNvSpPr/>
            <p:nvPr/>
          </p:nvSpPr>
          <p:spPr>
            <a:xfrm flipH="1" rot="1386600">
              <a:off x="-132480" y="4583160"/>
              <a:ext cx="951840" cy="86544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46" name="Google Shape;2246;p42"/>
            <p:cNvSpPr/>
            <p:nvPr/>
          </p:nvSpPr>
          <p:spPr>
            <a:xfrm flipH="1" rot="1386600">
              <a:off x="519480" y="4663800"/>
              <a:ext cx="270360" cy="7812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39225" lIns="91425" spcFirstLastPara="1" rIns="91425" wrap="square" tIns="39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47" name="Google Shape;2247;p42"/>
            <p:cNvSpPr/>
            <p:nvPr/>
          </p:nvSpPr>
          <p:spPr>
            <a:xfrm flipH="1" rot="1386600">
              <a:off x="461520" y="4627800"/>
              <a:ext cx="354600" cy="19440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48" name="Google Shape;2248;p42"/>
            <p:cNvSpPr/>
            <p:nvPr/>
          </p:nvSpPr>
          <p:spPr>
            <a:xfrm flipH="1" rot="1386600">
              <a:off x="720000" y="4844880"/>
              <a:ext cx="31320" cy="1548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7900" lIns="91425" spcFirstLastPara="1" rIns="91425" wrap="square" tIns="7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49" name="Google Shape;2249;p42"/>
            <p:cNvSpPr/>
            <p:nvPr/>
          </p:nvSpPr>
          <p:spPr>
            <a:xfrm flipH="1" rot="1386600">
              <a:off x="476280" y="4656240"/>
              <a:ext cx="31320" cy="1548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7900" lIns="91425" spcFirstLastPara="1" rIns="91425" wrap="square" tIns="7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50" name="Google Shape;2250;p42"/>
            <p:cNvSpPr/>
            <p:nvPr/>
          </p:nvSpPr>
          <p:spPr>
            <a:xfrm flipH="1" rot="1386600">
              <a:off x="35280" y="4508280"/>
              <a:ext cx="228240" cy="6764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51" name="Google Shape;2251;p42"/>
            <p:cNvSpPr/>
            <p:nvPr/>
          </p:nvSpPr>
          <p:spPr>
            <a:xfrm flipH="1" rot="1386600">
              <a:off x="137520" y="4839840"/>
              <a:ext cx="20160" cy="1872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9350" lIns="91425" spcFirstLastPara="1" rIns="91425" wrap="square" tIns="9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52" name="Google Shape;2252;p42"/>
            <p:cNvSpPr/>
            <p:nvPr/>
          </p:nvSpPr>
          <p:spPr>
            <a:xfrm flipH="1" rot="1386600">
              <a:off x="82080" y="4768200"/>
              <a:ext cx="133920" cy="15624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78100" lIns="91425" spcFirstLastPara="1" rIns="91425" wrap="square" tIns="78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53" name="Google Shape;2253;p42"/>
            <p:cNvSpPr/>
            <p:nvPr/>
          </p:nvSpPr>
          <p:spPr>
            <a:xfrm flipH="1" rot="1386600">
              <a:off x="74520" y="4890960"/>
              <a:ext cx="65160" cy="2268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54" name="Google Shape;2254;p42"/>
            <p:cNvSpPr/>
            <p:nvPr/>
          </p:nvSpPr>
          <p:spPr>
            <a:xfrm flipH="1" rot="1386600">
              <a:off x="535680" y="4896000"/>
              <a:ext cx="228240" cy="67644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55" name="Google Shape;2255;p42"/>
            <p:cNvSpPr/>
            <p:nvPr/>
          </p:nvSpPr>
          <p:spPr>
            <a:xfrm flipH="1" rot="1386600">
              <a:off x="638280" y="5227560"/>
              <a:ext cx="20160" cy="1872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9350" lIns="91425" spcFirstLastPara="1" rIns="91425" wrap="square" tIns="9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56" name="Google Shape;2256;p42"/>
            <p:cNvSpPr/>
            <p:nvPr/>
          </p:nvSpPr>
          <p:spPr>
            <a:xfrm flipH="1" rot="1386600">
              <a:off x="583200" y="5156280"/>
              <a:ext cx="133560" cy="15660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78475" lIns="91425" spcFirstLastPara="1" rIns="91425" wrap="square" tIns="784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57" name="Google Shape;2257;p42"/>
            <p:cNvSpPr/>
            <p:nvPr/>
          </p:nvSpPr>
          <p:spPr>
            <a:xfrm flipH="1" rot="1386600">
              <a:off x="574920" y="5278680"/>
              <a:ext cx="65160" cy="2268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58" name="Google Shape;2258;p42"/>
            <p:cNvSpPr/>
            <p:nvPr/>
          </p:nvSpPr>
          <p:spPr>
            <a:xfrm flipH="1" rot="1386600">
              <a:off x="700560" y="4847040"/>
              <a:ext cx="56520" cy="2376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1875" lIns="91425" spcFirstLastPara="1" rIns="91425" wrap="square" tIns="118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59" name="Google Shape;2259;p42"/>
            <p:cNvSpPr/>
            <p:nvPr/>
          </p:nvSpPr>
          <p:spPr>
            <a:xfrm flipH="1" rot="1386600">
              <a:off x="702720" y="4848120"/>
              <a:ext cx="56520" cy="2016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0075" lIns="91425" spcFirstLastPara="1" rIns="91425" wrap="square" tIns="100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60" name="Google Shape;2260;p42"/>
            <p:cNvSpPr/>
            <p:nvPr/>
          </p:nvSpPr>
          <p:spPr>
            <a:xfrm flipH="1" rot="1386600">
              <a:off x="457920" y="4658760"/>
              <a:ext cx="55800" cy="2340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1875" lIns="91425" spcFirstLastPara="1" rIns="91425" wrap="square" tIns="118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61" name="Google Shape;2261;p42"/>
            <p:cNvSpPr/>
            <p:nvPr/>
          </p:nvSpPr>
          <p:spPr>
            <a:xfrm flipH="1" rot="1386600">
              <a:off x="459000" y="4659120"/>
              <a:ext cx="56520" cy="2016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0075" lIns="91425" spcFirstLastPara="1" rIns="91425" wrap="square" tIns="100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2262" name="Google Shape;2262;p42"/>
          <p:cNvGrpSpPr/>
          <p:nvPr/>
        </p:nvGrpSpPr>
        <p:grpSpPr>
          <a:xfrm>
            <a:off x="8301960" y="4440600"/>
            <a:ext cx="993240" cy="919080"/>
            <a:chOff x="8301960" y="4440600"/>
            <a:chExt cx="993240" cy="919080"/>
          </a:xfrm>
        </p:grpSpPr>
        <p:sp>
          <p:nvSpPr>
            <p:cNvPr id="2263" name="Google Shape;2263;p42"/>
            <p:cNvSpPr/>
            <p:nvPr/>
          </p:nvSpPr>
          <p:spPr>
            <a:xfrm>
              <a:off x="8301960" y="4440600"/>
              <a:ext cx="993240" cy="91908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64" name="Google Shape;2264;p42"/>
            <p:cNvSpPr/>
            <p:nvPr/>
          </p:nvSpPr>
          <p:spPr>
            <a:xfrm>
              <a:off x="8440920" y="4704840"/>
              <a:ext cx="753480" cy="58140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65" name="Google Shape;2265;p42"/>
            <p:cNvSpPr/>
            <p:nvPr/>
          </p:nvSpPr>
          <p:spPr>
            <a:xfrm>
              <a:off x="8429040" y="4555440"/>
              <a:ext cx="680040" cy="5670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66" name="Google Shape;2266;p42"/>
            <p:cNvSpPr/>
            <p:nvPr/>
          </p:nvSpPr>
          <p:spPr>
            <a:xfrm>
              <a:off x="8757000" y="4737600"/>
              <a:ext cx="142560" cy="21564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67" name="Google Shape;2267;p42"/>
            <p:cNvSpPr/>
            <p:nvPr/>
          </p:nvSpPr>
          <p:spPr>
            <a:xfrm>
              <a:off x="8757720" y="4915440"/>
              <a:ext cx="72360" cy="2440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68" name="Google Shape;2268;p42"/>
            <p:cNvSpPr/>
            <p:nvPr/>
          </p:nvSpPr>
          <p:spPr>
            <a:xfrm>
              <a:off x="8771040" y="4927680"/>
              <a:ext cx="15480" cy="136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6825" lIns="91425" spcFirstLastPara="1" rIns="91425" wrap="square" tIns="6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69" name="Google Shape;2269;p42"/>
            <p:cNvSpPr/>
            <p:nvPr/>
          </p:nvSpPr>
          <p:spPr>
            <a:xfrm>
              <a:off x="8440920" y="4704840"/>
              <a:ext cx="753480" cy="58140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70" name="Google Shape;2270;p42"/>
            <p:cNvSpPr/>
            <p:nvPr/>
          </p:nvSpPr>
          <p:spPr>
            <a:xfrm>
              <a:off x="8461080" y="4587840"/>
              <a:ext cx="698040" cy="66600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271" name="Google Shape;2271;p42"/>
          <p:cNvGrpSpPr/>
          <p:nvPr/>
        </p:nvGrpSpPr>
        <p:grpSpPr>
          <a:xfrm>
            <a:off x="-453962" y="-501779"/>
            <a:ext cx="1294204" cy="1422140"/>
            <a:chOff x="-453962" y="-501779"/>
            <a:chExt cx="1294204" cy="1422140"/>
          </a:xfrm>
        </p:grpSpPr>
        <p:sp>
          <p:nvSpPr>
            <p:cNvPr id="2272" name="Google Shape;2272;p42"/>
            <p:cNvSpPr/>
            <p:nvPr/>
          </p:nvSpPr>
          <p:spPr>
            <a:xfrm rot="716400">
              <a:off x="-338400" y="-404640"/>
              <a:ext cx="1063080" cy="1228320"/>
            </a:xfrm>
            <a:custGeom>
              <a:rect b="b" l="l" r="r" t="t"/>
              <a:pathLst>
                <a:path extrusionOk="0" h="23401" w="20255">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73" name="Google Shape;2273;p42"/>
            <p:cNvSpPr/>
            <p:nvPr/>
          </p:nvSpPr>
          <p:spPr>
            <a:xfrm rot="716400">
              <a:off x="-322200" y="-434880"/>
              <a:ext cx="759600" cy="1103760"/>
            </a:xfrm>
            <a:custGeom>
              <a:rect b="b" l="l" r="r" t="t"/>
              <a:pathLst>
                <a:path extrusionOk="0" h="21028" w="14471">
                  <a:moveTo>
                    <a:pt x="8446" y="0"/>
                  </a:moveTo>
                  <a:lnTo>
                    <a:pt x="1" y="18237"/>
                  </a:lnTo>
                  <a:lnTo>
                    <a:pt x="6025" y="21028"/>
                  </a:lnTo>
                  <a:lnTo>
                    <a:pt x="14471" y="2790"/>
                  </a:lnTo>
                  <a:lnTo>
                    <a:pt x="8446" y="0"/>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74" name="Google Shape;2274;p42"/>
            <p:cNvSpPr/>
            <p:nvPr/>
          </p:nvSpPr>
          <p:spPr>
            <a:xfrm rot="716400">
              <a:off x="-307080" y="-460800"/>
              <a:ext cx="498960" cy="983160"/>
            </a:xfrm>
            <a:custGeom>
              <a:rect b="b" l="l" r="r" t="t"/>
              <a:pathLst>
                <a:path extrusionOk="0" h="18730" w="9509">
                  <a:moveTo>
                    <a:pt x="8446" y="0"/>
                  </a:moveTo>
                  <a:lnTo>
                    <a:pt x="1" y="18238"/>
                  </a:lnTo>
                  <a:lnTo>
                    <a:pt x="1063" y="18730"/>
                  </a:lnTo>
                  <a:lnTo>
                    <a:pt x="9508" y="492"/>
                  </a:lnTo>
                  <a:lnTo>
                    <a:pt x="84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75" name="Google Shape;2275;p42"/>
            <p:cNvSpPr/>
            <p:nvPr/>
          </p:nvSpPr>
          <p:spPr>
            <a:xfrm rot="716400">
              <a:off x="-97200" y="236160"/>
              <a:ext cx="445680" cy="227160"/>
            </a:xfrm>
            <a:custGeom>
              <a:rect b="b" l="l" r="r" t="t"/>
              <a:pathLst>
                <a:path extrusionOk="0" h="4333" w="8497">
                  <a:moveTo>
                    <a:pt x="235" y="1"/>
                  </a:moveTo>
                  <a:lnTo>
                    <a:pt x="0"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76" name="Google Shape;2276;p42"/>
            <p:cNvSpPr/>
            <p:nvPr/>
          </p:nvSpPr>
          <p:spPr>
            <a:xfrm rot="716400">
              <a:off x="-138960" y="291960"/>
              <a:ext cx="445680" cy="227160"/>
            </a:xfrm>
            <a:custGeom>
              <a:rect b="b" l="l" r="r" t="t"/>
              <a:pathLst>
                <a:path extrusionOk="0" h="4333" w="8497">
                  <a:moveTo>
                    <a:pt x="235" y="1"/>
                  </a:moveTo>
                  <a:lnTo>
                    <a:pt x="1" y="507"/>
                  </a:lnTo>
                  <a:lnTo>
                    <a:pt x="8262" y="4333"/>
                  </a:lnTo>
                  <a:lnTo>
                    <a:pt x="8496" y="3826"/>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77" name="Google Shape;2277;p42"/>
            <p:cNvSpPr/>
            <p:nvPr/>
          </p:nvSpPr>
          <p:spPr>
            <a:xfrm rot="716400">
              <a:off x="-180720" y="348120"/>
              <a:ext cx="445680" cy="227160"/>
            </a:xfrm>
            <a:custGeom>
              <a:rect b="b" l="l" r="r" t="t"/>
              <a:pathLst>
                <a:path extrusionOk="0" h="4334" w="8496">
                  <a:moveTo>
                    <a:pt x="235" y="1"/>
                  </a:moveTo>
                  <a:lnTo>
                    <a:pt x="0" y="507"/>
                  </a:lnTo>
                  <a:lnTo>
                    <a:pt x="8261" y="4333"/>
                  </a:lnTo>
                  <a:lnTo>
                    <a:pt x="8496" y="3827"/>
                  </a:lnTo>
                  <a:lnTo>
                    <a:pt x="23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78" name="Google Shape;2278;p42"/>
            <p:cNvSpPr/>
            <p:nvPr/>
          </p:nvSpPr>
          <p:spPr>
            <a:xfrm rot="716400">
              <a:off x="111960" y="-42840"/>
              <a:ext cx="370800" cy="325440"/>
            </a:xfrm>
            <a:custGeom>
              <a:rect b="b" l="l" r="r" t="t"/>
              <a:pathLst>
                <a:path extrusionOk="0" h="6206" w="7071">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79" name="Google Shape;2279;p42"/>
            <p:cNvSpPr/>
            <p:nvPr/>
          </p:nvSpPr>
          <p:spPr>
            <a:xfrm rot="716400">
              <a:off x="132120" y="79200"/>
              <a:ext cx="282600" cy="140040"/>
            </a:xfrm>
            <a:custGeom>
              <a:rect b="b" l="l" r="r" t="t"/>
              <a:pathLst>
                <a:path extrusionOk="0" h="2674" w="5392">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anchorCtr="0" anchor="ctr" bIns="70200" lIns="91425" spcFirstLastPara="1" rIns="91425" wrap="square" tIns="70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80" name="Google Shape;2280;p42"/>
            <p:cNvSpPr/>
            <p:nvPr/>
          </p:nvSpPr>
          <p:spPr>
            <a:xfrm rot="716400">
              <a:off x="183240" y="-48240"/>
              <a:ext cx="147600" cy="278640"/>
            </a:xfrm>
            <a:custGeom>
              <a:rect b="b" l="l" r="r" t="t"/>
              <a:pathLst>
                <a:path extrusionOk="0" h="5315" w="2816">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81" name="Google Shape;2281;p42"/>
            <p:cNvSpPr/>
            <p:nvPr/>
          </p:nvSpPr>
          <p:spPr>
            <a:xfrm rot="716400">
              <a:off x="179280" y="20520"/>
              <a:ext cx="282600" cy="140040"/>
            </a:xfrm>
            <a:custGeom>
              <a:rect b="b" l="l" r="r" t="t"/>
              <a:pathLst>
                <a:path extrusionOk="0" h="2675" w="5392">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anchorCtr="0" anchor="ctr" bIns="70200" lIns="91425" spcFirstLastPara="1" rIns="91425" wrap="square" tIns="70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82" name="Google Shape;2282;p42"/>
            <p:cNvSpPr/>
            <p:nvPr/>
          </p:nvSpPr>
          <p:spPr>
            <a:xfrm rot="716400">
              <a:off x="263160" y="10800"/>
              <a:ext cx="147600" cy="278640"/>
            </a:xfrm>
            <a:custGeom>
              <a:rect b="b" l="l" r="r" t="t"/>
              <a:pathLst>
                <a:path extrusionOk="0" h="5316" w="2815">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83" name="Google Shape;2283;p42"/>
            <p:cNvSpPr/>
            <p:nvPr/>
          </p:nvSpPr>
          <p:spPr>
            <a:xfrm rot="716400">
              <a:off x="225360" y="-23760"/>
              <a:ext cx="143640" cy="288360"/>
            </a:xfrm>
            <a:custGeom>
              <a:rect b="b" l="l" r="r" t="t"/>
              <a:pathLst>
                <a:path extrusionOk="0" h="5497" w="2745">
                  <a:moveTo>
                    <a:pt x="2491" y="1"/>
                  </a:moveTo>
                  <a:lnTo>
                    <a:pt x="0" y="5379"/>
                  </a:lnTo>
                  <a:lnTo>
                    <a:pt x="254" y="5496"/>
                  </a:lnTo>
                  <a:lnTo>
                    <a:pt x="2745" y="118"/>
                  </a:lnTo>
                  <a:lnTo>
                    <a:pt x="249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84" name="Google Shape;2284;p42"/>
            <p:cNvSpPr/>
            <p:nvPr/>
          </p:nvSpPr>
          <p:spPr>
            <a:xfrm rot="716400">
              <a:off x="153360" y="47520"/>
              <a:ext cx="288360" cy="143640"/>
            </a:xfrm>
            <a:custGeom>
              <a:rect b="b" l="l" r="r" t="t"/>
              <a:pathLst>
                <a:path extrusionOk="0" h="2746" w="5496">
                  <a:moveTo>
                    <a:pt x="117" y="1"/>
                  </a:moveTo>
                  <a:lnTo>
                    <a:pt x="0" y="254"/>
                  </a:lnTo>
                  <a:lnTo>
                    <a:pt x="5378" y="2745"/>
                  </a:lnTo>
                  <a:lnTo>
                    <a:pt x="5496" y="2491"/>
                  </a:lnTo>
                  <a:lnTo>
                    <a:pt x="117" y="1"/>
                  </a:lnTo>
                  <a:close/>
                </a:path>
              </a:pathLst>
            </a:custGeom>
            <a:solidFill>
              <a:schemeClr val="accent6"/>
            </a:solidFill>
            <a:ln>
              <a:noFill/>
            </a:ln>
          </p:spPr>
          <p:txBody>
            <a:bodyPr anchorCtr="0" anchor="ctr" bIns="72000" lIns="91425" spcFirstLastPara="1" rIns="91425" wrap="square" tIns="72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85" name="Google Shape;2285;p42"/>
            <p:cNvSpPr/>
            <p:nvPr/>
          </p:nvSpPr>
          <p:spPr>
            <a:xfrm rot="716400">
              <a:off x="199080" y="-350280"/>
              <a:ext cx="602280" cy="270360"/>
            </a:xfrm>
            <a:custGeom>
              <a:rect b="b" l="l" r="r" t="t"/>
              <a:pathLst>
                <a:path extrusionOk="0" h="5155" w="11477">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286" name="Google Shape;2286;p42"/>
          <p:cNvGrpSpPr/>
          <p:nvPr/>
        </p:nvGrpSpPr>
        <p:grpSpPr>
          <a:xfrm>
            <a:off x="8063376" y="-627596"/>
            <a:ext cx="1540743" cy="1569222"/>
            <a:chOff x="8063376" y="-627596"/>
            <a:chExt cx="1540743" cy="1569222"/>
          </a:xfrm>
        </p:grpSpPr>
        <p:sp>
          <p:nvSpPr>
            <p:cNvPr id="2287" name="Google Shape;2287;p42"/>
            <p:cNvSpPr/>
            <p:nvPr/>
          </p:nvSpPr>
          <p:spPr>
            <a:xfrm rot="-6300600">
              <a:off x="8414640" y="-329400"/>
              <a:ext cx="1253520" cy="82908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88" name="Google Shape;2288;p42"/>
            <p:cNvSpPr/>
            <p:nvPr/>
          </p:nvSpPr>
          <p:spPr>
            <a:xfrm rot="-6300600">
              <a:off x="8414640" y="-329400"/>
              <a:ext cx="1253520" cy="82908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289" name="Google Shape;2289;p42"/>
            <p:cNvSpPr/>
            <p:nvPr/>
          </p:nvSpPr>
          <p:spPr>
            <a:xfrm rot="-6300600">
              <a:off x="8293320" y="-27720"/>
              <a:ext cx="1122480" cy="51156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90" name="Google Shape;2290;p42"/>
            <p:cNvSpPr/>
            <p:nvPr/>
          </p:nvSpPr>
          <p:spPr>
            <a:xfrm rot="-6300600">
              <a:off x="8445240" y="-119160"/>
              <a:ext cx="751680" cy="33552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91" name="Google Shape;2291;p42"/>
            <p:cNvSpPr/>
            <p:nvPr/>
          </p:nvSpPr>
          <p:spPr>
            <a:xfrm rot="-6300600">
              <a:off x="8542800" y="-121320"/>
              <a:ext cx="694800" cy="31176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92" name="Google Shape;2292;p42"/>
            <p:cNvSpPr/>
            <p:nvPr/>
          </p:nvSpPr>
          <p:spPr>
            <a:xfrm rot="-6300600">
              <a:off x="8636400" y="-126720"/>
              <a:ext cx="642600" cy="29052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93" name="Google Shape;2293;p42"/>
            <p:cNvSpPr/>
            <p:nvPr/>
          </p:nvSpPr>
          <p:spPr>
            <a:xfrm rot="-6300600">
              <a:off x="8976960" y="-56160"/>
              <a:ext cx="381960" cy="18288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94" name="Google Shape;2294;p42"/>
            <p:cNvSpPr/>
            <p:nvPr/>
          </p:nvSpPr>
          <p:spPr>
            <a:xfrm rot="-6300600">
              <a:off x="8905320" y="-252360"/>
              <a:ext cx="151560" cy="8784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43900" lIns="91425" spcFirstLastPara="1" rIns="91425" wrap="square" tIns="43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95" name="Google Shape;2295;p42"/>
            <p:cNvSpPr/>
            <p:nvPr/>
          </p:nvSpPr>
          <p:spPr>
            <a:xfrm rot="-6300600">
              <a:off x="8938440" y="-27000"/>
              <a:ext cx="381960" cy="18288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96" name="Google Shape;2296;p42"/>
            <p:cNvSpPr/>
            <p:nvPr/>
          </p:nvSpPr>
          <p:spPr>
            <a:xfrm rot="-6300600">
              <a:off x="9128880" y="414360"/>
              <a:ext cx="247680" cy="12744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63700" lIns="91425" spcFirstLastPara="1" rIns="91425" wrap="square" tIns="63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97" name="Google Shape;2297;p42"/>
            <p:cNvSpPr/>
            <p:nvPr/>
          </p:nvSpPr>
          <p:spPr>
            <a:xfrm rot="-6300600">
              <a:off x="9090720" y="443520"/>
              <a:ext cx="247680" cy="12744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63700" lIns="91425" spcFirstLastPara="1" rIns="91425" wrap="square" tIns="63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98" name="Google Shape;2298;p42"/>
            <p:cNvSpPr/>
            <p:nvPr/>
          </p:nvSpPr>
          <p:spPr>
            <a:xfrm rot="-6300600">
              <a:off x="8753040" y="-412560"/>
              <a:ext cx="138240" cy="14112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70550" lIns="91425" spcFirstLastPara="1" rIns="91425" wrap="square" tIns="70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99" name="Google Shape;2299;p42"/>
            <p:cNvSpPr/>
            <p:nvPr/>
          </p:nvSpPr>
          <p:spPr>
            <a:xfrm rot="-6300600">
              <a:off x="8799120" y="-383760"/>
              <a:ext cx="8640" cy="792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00" name="Google Shape;2300;p42"/>
            <p:cNvSpPr/>
            <p:nvPr/>
          </p:nvSpPr>
          <p:spPr>
            <a:xfrm rot="-6300600">
              <a:off x="8814600" y="-399240"/>
              <a:ext cx="8640" cy="792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01" name="Google Shape;2301;p42"/>
            <p:cNvSpPr/>
            <p:nvPr/>
          </p:nvSpPr>
          <p:spPr>
            <a:xfrm rot="-6300600">
              <a:off x="8791560" y="-322920"/>
              <a:ext cx="6120" cy="684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02" name="Google Shape;2302;p42"/>
            <p:cNvSpPr/>
            <p:nvPr/>
          </p:nvSpPr>
          <p:spPr>
            <a:xfrm rot="-6300600">
              <a:off x="8798400" y="-302400"/>
              <a:ext cx="6120" cy="684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03" name="Google Shape;2303;p42"/>
            <p:cNvSpPr/>
            <p:nvPr/>
          </p:nvSpPr>
          <p:spPr>
            <a:xfrm rot="-6300600">
              <a:off x="9249120" y="286560"/>
              <a:ext cx="219960" cy="21996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04" name="Google Shape;2304;p42"/>
            <p:cNvSpPr/>
            <p:nvPr/>
          </p:nvSpPr>
          <p:spPr>
            <a:xfrm rot="-6300600">
              <a:off x="8235360" y="-372960"/>
              <a:ext cx="1068840" cy="117612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05" name="Google Shape;2305;p42"/>
            <p:cNvSpPr/>
            <p:nvPr/>
          </p:nvSpPr>
          <p:spPr>
            <a:xfrm rot="-6300600">
              <a:off x="8280720" y="-61920"/>
              <a:ext cx="803520" cy="97776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06" name="Google Shape;2306;p42"/>
            <p:cNvSpPr/>
            <p:nvPr/>
          </p:nvSpPr>
          <p:spPr>
            <a:xfrm rot="-6300600">
              <a:off x="8292240" y="-32760"/>
              <a:ext cx="533520" cy="63864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07" name="Google Shape;2307;p42"/>
            <p:cNvSpPr/>
            <p:nvPr/>
          </p:nvSpPr>
          <p:spPr>
            <a:xfrm rot="-6300600">
              <a:off x="8366040" y="-53640"/>
              <a:ext cx="494280" cy="59076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08" name="Google Shape;2308;p42"/>
            <p:cNvSpPr/>
            <p:nvPr/>
          </p:nvSpPr>
          <p:spPr>
            <a:xfrm rot="-6300600">
              <a:off x="8436240" y="-78120"/>
              <a:ext cx="458280" cy="54756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09" name="Google Shape;2309;p42"/>
            <p:cNvSpPr/>
            <p:nvPr/>
          </p:nvSpPr>
          <p:spPr>
            <a:xfrm rot="-6300600">
              <a:off x="8718480" y="-53640"/>
              <a:ext cx="279360" cy="32976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10" name="Google Shape;2310;p42"/>
            <p:cNvSpPr/>
            <p:nvPr/>
          </p:nvSpPr>
          <p:spPr>
            <a:xfrm rot="-6300600">
              <a:off x="8517600" y="-84600"/>
              <a:ext cx="120960" cy="13716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68750" lIns="91425" spcFirstLastPara="1" rIns="91425" wrap="square" tIns="68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11" name="Google Shape;2311;p42"/>
            <p:cNvSpPr/>
            <p:nvPr/>
          </p:nvSpPr>
          <p:spPr>
            <a:xfrm rot="-6300600">
              <a:off x="8698320" y="-9720"/>
              <a:ext cx="279360" cy="32976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12" name="Google Shape;2312;p42"/>
            <p:cNvSpPr/>
            <p:nvPr/>
          </p:nvSpPr>
          <p:spPr>
            <a:xfrm rot="-6300600">
              <a:off x="9048240" y="353160"/>
              <a:ext cx="186840" cy="21744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13" name="Google Shape;2313;p42"/>
            <p:cNvSpPr/>
            <p:nvPr/>
          </p:nvSpPr>
          <p:spPr>
            <a:xfrm rot="-6300600">
              <a:off x="9028440" y="397080"/>
              <a:ext cx="186840" cy="21744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14" name="Google Shape;2314;p42"/>
            <p:cNvSpPr/>
            <p:nvPr/>
          </p:nvSpPr>
          <p:spPr>
            <a:xfrm rot="-6300600">
              <a:off x="8289000" y="-134280"/>
              <a:ext cx="153360" cy="14688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73425" lIns="91425" spcFirstLastPara="1" rIns="91425" wrap="square" tIns="73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15" name="Google Shape;2315;p42"/>
            <p:cNvSpPr/>
            <p:nvPr/>
          </p:nvSpPr>
          <p:spPr>
            <a:xfrm rot="-6300600">
              <a:off x="8336880" y="-86400"/>
              <a:ext cx="8280" cy="792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16" name="Google Shape;2316;p42"/>
            <p:cNvSpPr/>
            <p:nvPr/>
          </p:nvSpPr>
          <p:spPr>
            <a:xfrm rot="-6300600">
              <a:off x="8343360" y="-107280"/>
              <a:ext cx="8280" cy="792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17" name="Google Shape;2317;p42"/>
            <p:cNvSpPr/>
            <p:nvPr/>
          </p:nvSpPr>
          <p:spPr>
            <a:xfrm rot="-6300600">
              <a:off x="8357040" y="-28800"/>
              <a:ext cx="8280" cy="828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18" name="Google Shape;2318;p42"/>
            <p:cNvSpPr/>
            <p:nvPr/>
          </p:nvSpPr>
          <p:spPr>
            <a:xfrm rot="-6300600">
              <a:off x="8372880" y="-14040"/>
              <a:ext cx="8280" cy="828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19" name="Google Shape;2319;p42"/>
            <p:cNvSpPr/>
            <p:nvPr/>
          </p:nvSpPr>
          <p:spPr>
            <a:xfrm rot="-6300600">
              <a:off x="9078840" y="220680"/>
              <a:ext cx="237240" cy="23724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20" name="Google Shape;2320;p42"/>
            <p:cNvSpPr/>
            <p:nvPr/>
          </p:nvSpPr>
          <p:spPr>
            <a:xfrm rot="-6300600">
              <a:off x="8280720" y="-61920"/>
              <a:ext cx="803520" cy="97776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2321" name="Google Shape;2321;p42"/>
          <p:cNvSpPr/>
          <p:nvPr/>
        </p:nvSpPr>
        <p:spPr>
          <a:xfrm flipH="1">
            <a:off x="209160" y="363456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22" name="Google Shape;2322;p42"/>
          <p:cNvSpPr/>
          <p:nvPr/>
        </p:nvSpPr>
        <p:spPr>
          <a:xfrm flipH="1">
            <a:off x="1672920" y="486612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23" name="Google Shape;2323;p42"/>
          <p:cNvSpPr/>
          <p:nvPr/>
        </p:nvSpPr>
        <p:spPr>
          <a:xfrm flipH="1">
            <a:off x="8746560" y="89460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2324" name="Google Shape;2324;p42"/>
          <p:cNvGrpSpPr/>
          <p:nvPr/>
        </p:nvGrpSpPr>
        <p:grpSpPr>
          <a:xfrm>
            <a:off x="208440" y="1261080"/>
            <a:ext cx="261720" cy="531360"/>
            <a:chOff x="208440" y="1261080"/>
            <a:chExt cx="261720" cy="531360"/>
          </a:xfrm>
        </p:grpSpPr>
        <p:sp>
          <p:nvSpPr>
            <p:cNvPr id="2325" name="Google Shape;2325;p42"/>
            <p:cNvSpPr/>
            <p:nvPr/>
          </p:nvSpPr>
          <p:spPr>
            <a:xfrm flipH="1">
              <a:off x="208440" y="126108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26" name="Google Shape;2326;p42"/>
            <p:cNvSpPr/>
            <p:nvPr/>
          </p:nvSpPr>
          <p:spPr>
            <a:xfrm flipH="1">
              <a:off x="281160" y="175644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27" name="Google Shape;2327;p42"/>
            <p:cNvSpPr/>
            <p:nvPr/>
          </p:nvSpPr>
          <p:spPr>
            <a:xfrm flipH="1">
              <a:off x="209160" y="126108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328" name="Google Shape;2328;p42"/>
          <p:cNvGrpSpPr/>
          <p:nvPr/>
        </p:nvGrpSpPr>
        <p:grpSpPr>
          <a:xfrm>
            <a:off x="8708040" y="3634560"/>
            <a:ext cx="261720" cy="531000"/>
            <a:chOff x="8708040" y="3634560"/>
            <a:chExt cx="261720" cy="531000"/>
          </a:xfrm>
        </p:grpSpPr>
        <p:sp>
          <p:nvSpPr>
            <p:cNvPr id="2329" name="Google Shape;2329;p42"/>
            <p:cNvSpPr/>
            <p:nvPr/>
          </p:nvSpPr>
          <p:spPr>
            <a:xfrm flipH="1">
              <a:off x="8708040" y="363456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30" name="Google Shape;2330;p42"/>
            <p:cNvSpPr/>
            <p:nvPr/>
          </p:nvSpPr>
          <p:spPr>
            <a:xfrm flipH="1">
              <a:off x="8780760" y="412956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31" name="Google Shape;2331;p42"/>
            <p:cNvSpPr/>
            <p:nvPr/>
          </p:nvSpPr>
          <p:spPr>
            <a:xfrm flipH="1">
              <a:off x="8708760" y="363456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2332" name="Google Shape;2332;p42"/>
          <p:cNvSpPr/>
          <p:nvPr/>
        </p:nvSpPr>
        <p:spPr>
          <a:xfrm rot="-1992000">
            <a:off x="2193120" y="-797040"/>
            <a:ext cx="2275560" cy="13665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33" name="Google Shape;2333;p42"/>
          <p:cNvSpPr/>
          <p:nvPr/>
        </p:nvSpPr>
        <p:spPr>
          <a:xfrm flipH="1" rot="-8808000">
            <a:off x="4966200" y="4479840"/>
            <a:ext cx="2275560" cy="13665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34" name="Google Shape;2334;p42"/>
          <p:cNvSpPr/>
          <p:nvPr/>
        </p:nvSpPr>
        <p:spPr>
          <a:xfrm flipH="1">
            <a:off x="6526440" y="19332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
  <p:cSld name="ONE_COLUMN_TEXT">
    <p:bg>
      <p:bgPr>
        <a:solidFill>
          <a:schemeClr val="accent4"/>
        </a:solidFill>
      </p:bgPr>
    </p:bg>
    <p:spTree>
      <p:nvGrpSpPr>
        <p:cNvPr id="2335" name="Shape 2335"/>
        <p:cNvGrpSpPr/>
        <p:nvPr/>
      </p:nvGrpSpPr>
      <p:grpSpPr>
        <a:xfrm>
          <a:off x="0" y="0"/>
          <a:ext cx="0" cy="0"/>
          <a:chOff x="0" y="0"/>
          <a:chExt cx="0" cy="0"/>
        </a:xfrm>
      </p:grpSpPr>
      <p:sp>
        <p:nvSpPr>
          <p:cNvPr id="2336" name="Google Shape;2336;p43"/>
          <p:cNvSpPr/>
          <p:nvPr/>
        </p:nvSpPr>
        <p:spPr>
          <a:xfrm flipH="1">
            <a:off x="5821560" y="0"/>
            <a:ext cx="1816200" cy="57240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37" name="Google Shape;2337;p43"/>
          <p:cNvSpPr/>
          <p:nvPr/>
        </p:nvSpPr>
        <p:spPr>
          <a:xfrm rot="1243800">
            <a:off x="6312960" y="20520"/>
            <a:ext cx="3112560" cy="186948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38" name="Google Shape;2338;p43"/>
          <p:cNvSpPr/>
          <p:nvPr/>
        </p:nvSpPr>
        <p:spPr>
          <a:xfrm flipH="1" rot="10800000">
            <a:off x="2568600" y="4456800"/>
            <a:ext cx="2178720" cy="68652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39" name="Google Shape;2339;p43"/>
          <p:cNvSpPr/>
          <p:nvPr/>
        </p:nvSpPr>
        <p:spPr>
          <a:xfrm rot="5400000">
            <a:off x="270360" y="-27000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40" name="Google Shape;2340;p43"/>
          <p:cNvSpPr/>
          <p:nvPr/>
        </p:nvSpPr>
        <p:spPr>
          <a:xfrm>
            <a:off x="6527160" y="238068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41" name="Google Shape;2341;p43"/>
          <p:cNvSpPr txBox="1"/>
          <p:nvPr>
            <p:ph type="title"/>
          </p:nvPr>
        </p:nvSpPr>
        <p:spPr>
          <a:xfrm>
            <a:off x="720000" y="871560"/>
            <a:ext cx="3851640" cy="121572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342" name="Google Shape;2342;p43"/>
          <p:cNvSpPr txBox="1"/>
          <p:nvPr>
            <p:ph idx="1" type="body"/>
          </p:nvPr>
        </p:nvSpPr>
        <p:spPr>
          <a:xfrm rot="-265800">
            <a:off x="5058360" y="1331280"/>
            <a:ext cx="3195360" cy="252180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343" name="Google Shape;2343;p43"/>
          <p:cNvSpPr/>
          <p:nvPr/>
        </p:nvSpPr>
        <p:spPr>
          <a:xfrm rot="9709200">
            <a:off x="7630560" y="4118040"/>
            <a:ext cx="1819800" cy="992160"/>
          </a:xfrm>
          <a:custGeom>
            <a:rect b="b" l="l" r="r" t="t"/>
            <a:pathLst>
              <a:path extrusionOk="0" fill="none" h="12439" w="22813">
                <a:moveTo>
                  <a:pt x="22812" y="0"/>
                </a:moveTo>
                <a:cubicBezTo>
                  <a:pt x="22812" y="0"/>
                  <a:pt x="20999" y="9660"/>
                  <a:pt x="12792" y="11049"/>
                </a:cubicBezTo>
                <a:cubicBezTo>
                  <a:pt x="4584" y="12439"/>
                  <a:pt x="0" y="710"/>
                  <a:pt x="0" y="71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44" name="Google Shape;2344;p43"/>
          <p:cNvSpPr/>
          <p:nvPr/>
        </p:nvSpPr>
        <p:spPr>
          <a:xfrm rot="-5630400">
            <a:off x="-1213560" y="4024800"/>
            <a:ext cx="2650680" cy="117864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345" name="Google Shape;2345;p43"/>
          <p:cNvGrpSpPr/>
          <p:nvPr/>
        </p:nvGrpSpPr>
        <p:grpSpPr>
          <a:xfrm>
            <a:off x="-351465" y="4201486"/>
            <a:ext cx="1483411" cy="1532308"/>
            <a:chOff x="-351465" y="4201486"/>
            <a:chExt cx="1483411" cy="1532308"/>
          </a:xfrm>
        </p:grpSpPr>
        <p:sp>
          <p:nvSpPr>
            <p:cNvPr id="2346" name="Google Shape;2346;p43"/>
            <p:cNvSpPr/>
            <p:nvPr/>
          </p:nvSpPr>
          <p:spPr>
            <a:xfrm rot="3213000">
              <a:off x="-207000" y="4486680"/>
              <a:ext cx="1194480" cy="961920"/>
            </a:xfrm>
            <a:custGeom>
              <a:rect b="b" l="l" r="r" t="t"/>
              <a:pathLst>
                <a:path extrusionOk="0" h="23367" w="29722">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47" name="Google Shape;2347;p43"/>
            <p:cNvSpPr/>
            <p:nvPr/>
          </p:nvSpPr>
          <p:spPr>
            <a:xfrm rot="3213000">
              <a:off x="-159480" y="4922280"/>
              <a:ext cx="938880" cy="2840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48" name="Google Shape;2348;p43"/>
            <p:cNvSpPr/>
            <p:nvPr/>
          </p:nvSpPr>
          <p:spPr>
            <a:xfrm rot="3213000">
              <a:off x="-79200" y="4825440"/>
              <a:ext cx="938880" cy="2840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49" name="Google Shape;2349;p43"/>
            <p:cNvSpPr/>
            <p:nvPr/>
          </p:nvSpPr>
          <p:spPr>
            <a:xfrm rot="3213000">
              <a:off x="2160" y="4727160"/>
              <a:ext cx="938880" cy="2840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50" name="Google Shape;2350;p43"/>
            <p:cNvSpPr/>
            <p:nvPr/>
          </p:nvSpPr>
          <p:spPr>
            <a:xfrm rot="3213000">
              <a:off x="80640" y="4631400"/>
              <a:ext cx="938880" cy="2840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51" name="Google Shape;2351;p43"/>
            <p:cNvSpPr/>
            <p:nvPr/>
          </p:nvSpPr>
          <p:spPr>
            <a:xfrm rot="3213000">
              <a:off x="-239400" y="5019480"/>
              <a:ext cx="938880" cy="284040"/>
            </a:xfrm>
            <a:custGeom>
              <a:rect b="b" l="l" r="r" t="t"/>
              <a:pathLst>
                <a:path extrusionOk="0" h="6908" w="2336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52" name="Google Shape;2352;p43"/>
            <p:cNvSpPr/>
            <p:nvPr/>
          </p:nvSpPr>
          <p:spPr>
            <a:xfrm rot="3213000">
              <a:off x="-98280" y="4541400"/>
              <a:ext cx="1058040" cy="961920"/>
            </a:xfrm>
            <a:custGeom>
              <a:rect b="b" l="l" r="r" t="t"/>
              <a:pathLst>
                <a:path extrusionOk="0" h="23368" w="26327">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53" name="Google Shape;2353;p43"/>
            <p:cNvSpPr/>
            <p:nvPr/>
          </p:nvSpPr>
          <p:spPr>
            <a:xfrm rot="3213000">
              <a:off x="539280" y="4561560"/>
              <a:ext cx="300600" cy="86760"/>
            </a:xfrm>
            <a:custGeom>
              <a:rect b="b" l="l" r="r" t="t"/>
              <a:pathLst>
                <a:path extrusionOk="0" h="2119" w="7484">
                  <a:moveTo>
                    <a:pt x="7427" y="0"/>
                  </a:moveTo>
                  <a:lnTo>
                    <a:pt x="1" y="1897"/>
                  </a:lnTo>
                  <a:lnTo>
                    <a:pt x="57" y="2119"/>
                  </a:lnTo>
                  <a:lnTo>
                    <a:pt x="7484" y="221"/>
                  </a:lnTo>
                  <a:lnTo>
                    <a:pt x="7427" y="0"/>
                  </a:lnTo>
                  <a:close/>
                </a:path>
              </a:pathLst>
            </a:custGeom>
            <a:solidFill>
              <a:schemeClr val="dk1"/>
            </a:solidFill>
            <a:ln>
              <a:noFill/>
            </a:ln>
          </p:spPr>
          <p:txBody>
            <a:bodyPr anchorCtr="0" anchor="ctr" bIns="43550" lIns="91425" spcFirstLastPara="1" rIns="91425" wrap="square" tIns="435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54" name="Google Shape;2354;p43"/>
            <p:cNvSpPr/>
            <p:nvPr/>
          </p:nvSpPr>
          <p:spPr>
            <a:xfrm rot="3213000">
              <a:off x="473040" y="4519800"/>
              <a:ext cx="394560" cy="216000"/>
            </a:xfrm>
            <a:custGeom>
              <a:rect b="b" l="l" r="r" t="t"/>
              <a:pathLst>
                <a:path extrusionOk="0" h="5256" w="982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55" name="Google Shape;2355;p43"/>
            <p:cNvSpPr/>
            <p:nvPr/>
          </p:nvSpPr>
          <p:spPr>
            <a:xfrm rot="3213000">
              <a:off x="490320" y="4547160"/>
              <a:ext cx="34920" cy="17280"/>
            </a:xfrm>
            <a:custGeom>
              <a:rect b="b" l="l" r="r" t="t"/>
              <a:pathLst>
                <a:path extrusionOk="0" h="432" w="879">
                  <a:moveTo>
                    <a:pt x="822" y="1"/>
                  </a:moveTo>
                  <a:lnTo>
                    <a:pt x="1" y="211"/>
                  </a:lnTo>
                  <a:lnTo>
                    <a:pt x="57" y="431"/>
                  </a:lnTo>
                  <a:lnTo>
                    <a:pt x="878" y="222"/>
                  </a:lnTo>
                  <a:lnTo>
                    <a:pt x="822" y="1"/>
                  </a:lnTo>
                  <a:close/>
                </a:path>
              </a:pathLst>
            </a:custGeom>
            <a:solidFill>
              <a:schemeClr val="dk1"/>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56" name="Google Shape;2356;p43"/>
            <p:cNvSpPr/>
            <p:nvPr/>
          </p:nvSpPr>
          <p:spPr>
            <a:xfrm rot="3213000">
              <a:off x="756720" y="4762800"/>
              <a:ext cx="34920" cy="17280"/>
            </a:xfrm>
            <a:custGeom>
              <a:rect b="b" l="l" r="r" t="t"/>
              <a:pathLst>
                <a:path extrusionOk="0" h="432" w="878">
                  <a:moveTo>
                    <a:pt x="821" y="0"/>
                  </a:moveTo>
                  <a:lnTo>
                    <a:pt x="0" y="210"/>
                  </a:lnTo>
                  <a:lnTo>
                    <a:pt x="57" y="431"/>
                  </a:lnTo>
                  <a:lnTo>
                    <a:pt x="878" y="221"/>
                  </a:lnTo>
                  <a:lnTo>
                    <a:pt x="821" y="0"/>
                  </a:lnTo>
                  <a:close/>
                </a:path>
              </a:pathLst>
            </a:custGeom>
            <a:solidFill>
              <a:schemeClr val="dk1"/>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57" name="Google Shape;2357;p43"/>
            <p:cNvSpPr/>
            <p:nvPr/>
          </p:nvSpPr>
          <p:spPr>
            <a:xfrm rot="3213000">
              <a:off x="536760" y="4812120"/>
              <a:ext cx="253800" cy="752040"/>
            </a:xfrm>
            <a:custGeom>
              <a:rect b="b" l="l" r="r" t="t"/>
              <a:pathLst>
                <a:path extrusionOk="0" h="18274" w="6320">
                  <a:moveTo>
                    <a:pt x="1769" y="0"/>
                  </a:moveTo>
                  <a:lnTo>
                    <a:pt x="0" y="453"/>
                  </a:lnTo>
                  <a:lnTo>
                    <a:pt x="4551" y="18274"/>
                  </a:lnTo>
                  <a:lnTo>
                    <a:pt x="6320" y="17823"/>
                  </a:lnTo>
                  <a:lnTo>
                    <a:pt x="176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58" name="Google Shape;2358;p43"/>
            <p:cNvSpPr/>
            <p:nvPr/>
          </p:nvSpPr>
          <p:spPr>
            <a:xfrm rot="3213000">
              <a:off x="650520" y="5180760"/>
              <a:ext cx="22320" cy="20880"/>
            </a:xfrm>
            <a:custGeom>
              <a:rect b="b" l="l" r="r" t="t"/>
              <a:pathLst>
                <a:path extrusionOk="0" h="514" w="568">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anchorCtr="0" anchor="ctr" bIns="10425" lIns="91425" spcFirstLastPara="1" rIns="91425" wrap="square" tIns="10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59" name="Google Shape;2359;p43"/>
            <p:cNvSpPr/>
            <p:nvPr/>
          </p:nvSpPr>
          <p:spPr>
            <a:xfrm rot="3213000">
              <a:off x="589680" y="5101560"/>
              <a:ext cx="148680" cy="173520"/>
            </a:xfrm>
            <a:custGeom>
              <a:rect b="b" l="l" r="r" t="t"/>
              <a:pathLst>
                <a:path extrusionOk="0" h="4226" w="3709">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anchorCtr="0" anchor="ctr" bIns="86750" lIns="91425" spcFirstLastPara="1" rIns="91425" wrap="square" tIns="86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60" name="Google Shape;2360;p43"/>
            <p:cNvSpPr/>
            <p:nvPr/>
          </p:nvSpPr>
          <p:spPr>
            <a:xfrm rot="3213000">
              <a:off x="577800" y="5236200"/>
              <a:ext cx="72720" cy="25200"/>
            </a:xfrm>
            <a:custGeom>
              <a:rect b="b" l="l" r="r" t="t"/>
              <a:pathLst>
                <a:path extrusionOk="0" h="619" w="1815">
                  <a:moveTo>
                    <a:pt x="1772" y="1"/>
                  </a:moveTo>
                  <a:lnTo>
                    <a:pt x="0" y="453"/>
                  </a:lnTo>
                  <a:lnTo>
                    <a:pt x="43" y="618"/>
                  </a:lnTo>
                  <a:lnTo>
                    <a:pt x="1815" y="166"/>
                  </a:lnTo>
                  <a:lnTo>
                    <a:pt x="1772" y="1"/>
                  </a:lnTo>
                  <a:close/>
                </a:path>
              </a:pathLst>
            </a:custGeom>
            <a:solidFill>
              <a:schemeClr val="lt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61" name="Google Shape;2361;p43"/>
            <p:cNvSpPr/>
            <p:nvPr/>
          </p:nvSpPr>
          <p:spPr>
            <a:xfrm rot="3213000">
              <a:off x="-10800" y="4370400"/>
              <a:ext cx="253800" cy="752400"/>
            </a:xfrm>
            <a:custGeom>
              <a:rect b="b" l="l" r="r" t="t"/>
              <a:pathLst>
                <a:path extrusionOk="0" h="18275" w="6321">
                  <a:moveTo>
                    <a:pt x="1770" y="0"/>
                  </a:moveTo>
                  <a:lnTo>
                    <a:pt x="1" y="452"/>
                  </a:lnTo>
                  <a:lnTo>
                    <a:pt x="4552" y="18274"/>
                  </a:lnTo>
                  <a:lnTo>
                    <a:pt x="6321" y="17822"/>
                  </a:lnTo>
                  <a:lnTo>
                    <a:pt x="17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62" name="Google Shape;2362;p43"/>
            <p:cNvSpPr/>
            <p:nvPr/>
          </p:nvSpPr>
          <p:spPr>
            <a:xfrm rot="3213000">
              <a:off x="102600" y="4738680"/>
              <a:ext cx="22320" cy="20880"/>
            </a:xfrm>
            <a:custGeom>
              <a:rect b="b" l="l" r="r" t="t"/>
              <a:pathLst>
                <a:path extrusionOk="0" h="515" w="568">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anchorCtr="0" anchor="ctr" bIns="10425" lIns="91425" spcFirstLastPara="1" rIns="91425" wrap="square" tIns="10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63" name="Google Shape;2363;p43"/>
            <p:cNvSpPr/>
            <p:nvPr/>
          </p:nvSpPr>
          <p:spPr>
            <a:xfrm rot="3213000">
              <a:off x="41760" y="4659840"/>
              <a:ext cx="148680" cy="173520"/>
            </a:xfrm>
            <a:custGeom>
              <a:rect b="b" l="l" r="r" t="t"/>
              <a:pathLst>
                <a:path extrusionOk="0" h="4225" w="3708">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anchorCtr="0" anchor="ctr" bIns="86750" lIns="91425" spcFirstLastPara="1" rIns="91425" wrap="square" tIns="867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64" name="Google Shape;2364;p43"/>
            <p:cNvSpPr/>
            <p:nvPr/>
          </p:nvSpPr>
          <p:spPr>
            <a:xfrm rot="3213000">
              <a:off x="29880" y="4794120"/>
              <a:ext cx="72720" cy="25200"/>
            </a:xfrm>
            <a:custGeom>
              <a:rect b="b" l="l" r="r" t="t"/>
              <a:pathLst>
                <a:path extrusionOk="0" h="618" w="1814">
                  <a:moveTo>
                    <a:pt x="1771" y="1"/>
                  </a:moveTo>
                  <a:lnTo>
                    <a:pt x="0" y="453"/>
                  </a:lnTo>
                  <a:lnTo>
                    <a:pt x="42" y="618"/>
                  </a:lnTo>
                  <a:lnTo>
                    <a:pt x="1814" y="166"/>
                  </a:lnTo>
                  <a:lnTo>
                    <a:pt x="1771" y="1"/>
                  </a:lnTo>
                  <a:close/>
                </a:path>
              </a:pathLst>
            </a:custGeom>
            <a:solidFill>
              <a:schemeClr val="lt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65" name="Google Shape;2365;p43"/>
            <p:cNvSpPr/>
            <p:nvPr/>
          </p:nvSpPr>
          <p:spPr>
            <a:xfrm rot="3213000">
              <a:off x="470160" y="4551840"/>
              <a:ext cx="62640" cy="26280"/>
            </a:xfrm>
            <a:custGeom>
              <a:rect b="b" l="l" r="r" t="t"/>
              <a:pathLst>
                <a:path extrusionOk="0" h="651" w="1568">
                  <a:moveTo>
                    <a:pt x="1500" y="0"/>
                  </a:moveTo>
                  <a:lnTo>
                    <a:pt x="1537" y="146"/>
                  </a:lnTo>
                  <a:lnTo>
                    <a:pt x="1" y="540"/>
                  </a:lnTo>
                  <a:lnTo>
                    <a:pt x="29" y="651"/>
                  </a:lnTo>
                  <a:lnTo>
                    <a:pt x="1567" y="258"/>
                  </a:lnTo>
                  <a:lnTo>
                    <a:pt x="1500" y="0"/>
                  </a:lnTo>
                  <a:close/>
                </a:path>
              </a:pathLst>
            </a:custGeom>
            <a:solidFill>
              <a:schemeClr val="lt1"/>
            </a:solidFill>
            <a:ln>
              <a:noFill/>
            </a:ln>
          </p:spPr>
          <p:txBody>
            <a:bodyPr anchorCtr="0" anchor="ctr" bIns="13300" lIns="91425" spcFirstLastPara="1" rIns="91425" wrap="square" tIns="13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66" name="Google Shape;2366;p43"/>
            <p:cNvSpPr/>
            <p:nvPr/>
          </p:nvSpPr>
          <p:spPr>
            <a:xfrm rot="3213000">
              <a:off x="470880" y="4551120"/>
              <a:ext cx="63000" cy="21960"/>
            </a:xfrm>
            <a:custGeom>
              <a:rect b="b" l="l" r="r" t="t"/>
              <a:pathLst>
                <a:path extrusionOk="0" h="541" w="1576">
                  <a:moveTo>
                    <a:pt x="1538" y="1"/>
                  </a:moveTo>
                  <a:lnTo>
                    <a:pt x="0" y="393"/>
                  </a:lnTo>
                  <a:lnTo>
                    <a:pt x="38" y="541"/>
                  </a:lnTo>
                  <a:lnTo>
                    <a:pt x="1575" y="148"/>
                  </a:lnTo>
                  <a:lnTo>
                    <a:pt x="1538" y="1"/>
                  </a:lnTo>
                  <a:close/>
                </a:path>
              </a:pathLst>
            </a:custGeom>
            <a:solidFill>
              <a:schemeClr val="lt2"/>
            </a:solidFill>
            <a:ln>
              <a:noFill/>
            </a:ln>
          </p:spPr>
          <p:txBody>
            <a:bodyPr anchorCtr="0" anchor="ctr" bIns="11150" lIns="91425" spcFirstLastPara="1" rIns="91425" wrap="square" tIns="11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67" name="Google Shape;2367;p43"/>
            <p:cNvSpPr/>
            <p:nvPr/>
          </p:nvSpPr>
          <p:spPr>
            <a:xfrm rot="3213000">
              <a:off x="736560" y="4766400"/>
              <a:ext cx="62640" cy="26640"/>
            </a:xfrm>
            <a:custGeom>
              <a:rect b="b" l="l" r="r" t="t"/>
              <a:pathLst>
                <a:path extrusionOk="0" h="652" w="1567">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anchorCtr="0" anchor="ctr" bIns="13300" lIns="91425" spcFirstLastPara="1" rIns="91425" wrap="square" tIns="13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68" name="Google Shape;2368;p43"/>
            <p:cNvSpPr/>
            <p:nvPr/>
          </p:nvSpPr>
          <p:spPr>
            <a:xfrm rot="3213000">
              <a:off x="737280" y="4766040"/>
              <a:ext cx="63000" cy="21960"/>
            </a:xfrm>
            <a:custGeom>
              <a:rect b="b" l="l" r="r" t="t"/>
              <a:pathLst>
                <a:path extrusionOk="0" h="541" w="1577">
                  <a:moveTo>
                    <a:pt x="1538" y="0"/>
                  </a:moveTo>
                  <a:lnTo>
                    <a:pt x="0" y="394"/>
                  </a:lnTo>
                  <a:lnTo>
                    <a:pt x="38" y="541"/>
                  </a:lnTo>
                  <a:lnTo>
                    <a:pt x="1576" y="147"/>
                  </a:lnTo>
                  <a:lnTo>
                    <a:pt x="1538" y="0"/>
                  </a:lnTo>
                  <a:close/>
                </a:path>
              </a:pathLst>
            </a:custGeom>
            <a:solidFill>
              <a:schemeClr val="lt2"/>
            </a:solidFill>
            <a:ln>
              <a:noFill/>
            </a:ln>
          </p:spPr>
          <p:txBody>
            <a:bodyPr anchorCtr="0" anchor="ctr" bIns="11150" lIns="91425" spcFirstLastPara="1" rIns="91425" wrap="square" tIns="11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2369" name="Google Shape;2369;p43"/>
          <p:cNvSpPr/>
          <p:nvPr/>
        </p:nvSpPr>
        <p:spPr>
          <a:xfrm>
            <a:off x="2359800" y="25020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2370" name="Google Shape;2370;p43"/>
          <p:cNvGrpSpPr/>
          <p:nvPr/>
        </p:nvGrpSpPr>
        <p:grpSpPr>
          <a:xfrm>
            <a:off x="8483400" y="153360"/>
            <a:ext cx="261720" cy="531000"/>
            <a:chOff x="8483400" y="153360"/>
            <a:chExt cx="261720" cy="531000"/>
          </a:xfrm>
        </p:grpSpPr>
        <p:sp>
          <p:nvSpPr>
            <p:cNvPr id="2371" name="Google Shape;2371;p43"/>
            <p:cNvSpPr/>
            <p:nvPr/>
          </p:nvSpPr>
          <p:spPr>
            <a:xfrm>
              <a:off x="8483400" y="15336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72" name="Google Shape;2372;p43"/>
            <p:cNvSpPr/>
            <p:nvPr/>
          </p:nvSpPr>
          <p:spPr>
            <a:xfrm>
              <a:off x="8555760" y="64836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73" name="Google Shape;2373;p43"/>
            <p:cNvSpPr/>
            <p:nvPr/>
          </p:nvSpPr>
          <p:spPr>
            <a:xfrm>
              <a:off x="8604000" y="15336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_POINT">
  <p:cSld name="MAIN_POINT">
    <p:bg>
      <p:bgPr>
        <a:solidFill>
          <a:schemeClr val="accent4"/>
        </a:solidFill>
      </p:bgPr>
    </p:bg>
    <p:spTree>
      <p:nvGrpSpPr>
        <p:cNvPr id="2374" name="Shape 2374"/>
        <p:cNvGrpSpPr/>
        <p:nvPr/>
      </p:nvGrpSpPr>
      <p:grpSpPr>
        <a:xfrm>
          <a:off x="0" y="0"/>
          <a:ext cx="0" cy="0"/>
          <a:chOff x="0" y="0"/>
          <a:chExt cx="0" cy="0"/>
        </a:xfrm>
      </p:grpSpPr>
      <p:sp>
        <p:nvSpPr>
          <p:cNvPr id="2375" name="Google Shape;2375;p44"/>
          <p:cNvSpPr/>
          <p:nvPr/>
        </p:nvSpPr>
        <p:spPr>
          <a:xfrm>
            <a:off x="2278440" y="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76" name="Google Shape;2376;p44"/>
          <p:cNvSpPr/>
          <p:nvPr/>
        </p:nvSpPr>
        <p:spPr>
          <a:xfrm rot="-5400000">
            <a:off x="6646680" y="264636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77" name="Google Shape;2377;p44"/>
          <p:cNvSpPr/>
          <p:nvPr/>
        </p:nvSpPr>
        <p:spPr>
          <a:xfrm rot="5400000">
            <a:off x="137160" y="237060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378" name="Google Shape;2378;p44"/>
          <p:cNvGrpSpPr/>
          <p:nvPr/>
        </p:nvGrpSpPr>
        <p:grpSpPr>
          <a:xfrm>
            <a:off x="8097480" y="4170600"/>
            <a:ext cx="1242720" cy="1149840"/>
            <a:chOff x="8097480" y="4170600"/>
            <a:chExt cx="1242720" cy="1149840"/>
          </a:xfrm>
        </p:grpSpPr>
        <p:sp>
          <p:nvSpPr>
            <p:cNvPr id="2379" name="Google Shape;2379;p44"/>
            <p:cNvSpPr/>
            <p:nvPr/>
          </p:nvSpPr>
          <p:spPr>
            <a:xfrm>
              <a:off x="8097480" y="4170600"/>
              <a:ext cx="1242720" cy="114984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80" name="Google Shape;2380;p44"/>
            <p:cNvSpPr/>
            <p:nvPr/>
          </p:nvSpPr>
          <p:spPr>
            <a:xfrm>
              <a:off x="8271720" y="450108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81" name="Google Shape;2381;p44"/>
            <p:cNvSpPr/>
            <p:nvPr/>
          </p:nvSpPr>
          <p:spPr>
            <a:xfrm>
              <a:off x="8256960" y="4313880"/>
              <a:ext cx="850680" cy="7092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82" name="Google Shape;2382;p44"/>
            <p:cNvSpPr/>
            <p:nvPr/>
          </p:nvSpPr>
          <p:spPr>
            <a:xfrm>
              <a:off x="8667000" y="4542120"/>
              <a:ext cx="178560" cy="27000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83" name="Google Shape;2383;p44"/>
            <p:cNvSpPr/>
            <p:nvPr/>
          </p:nvSpPr>
          <p:spPr>
            <a:xfrm>
              <a:off x="8668080" y="4764240"/>
              <a:ext cx="90720" cy="3052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84" name="Google Shape;2384;p44"/>
            <p:cNvSpPr/>
            <p:nvPr/>
          </p:nvSpPr>
          <p:spPr>
            <a:xfrm>
              <a:off x="8684280" y="4779720"/>
              <a:ext cx="19440" cy="172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85" name="Google Shape;2385;p44"/>
            <p:cNvSpPr/>
            <p:nvPr/>
          </p:nvSpPr>
          <p:spPr>
            <a:xfrm>
              <a:off x="8271720" y="450108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86" name="Google Shape;2386;p44"/>
            <p:cNvSpPr/>
            <p:nvPr/>
          </p:nvSpPr>
          <p:spPr>
            <a:xfrm>
              <a:off x="8296920" y="4354920"/>
              <a:ext cx="873360" cy="83304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387" name="Google Shape;2387;p44"/>
          <p:cNvGrpSpPr/>
          <p:nvPr/>
        </p:nvGrpSpPr>
        <p:grpSpPr>
          <a:xfrm>
            <a:off x="-207360" y="-558000"/>
            <a:ext cx="1356480" cy="1420920"/>
            <a:chOff x="-207360" y="-558000"/>
            <a:chExt cx="1356480" cy="1420920"/>
          </a:xfrm>
        </p:grpSpPr>
        <p:sp>
          <p:nvSpPr>
            <p:cNvPr id="2388" name="Google Shape;2388;p44"/>
            <p:cNvSpPr/>
            <p:nvPr/>
          </p:nvSpPr>
          <p:spPr>
            <a:xfrm>
              <a:off x="-181800" y="-17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89" name="Google Shape;2389;p44"/>
            <p:cNvSpPr/>
            <p:nvPr/>
          </p:nvSpPr>
          <p:spPr>
            <a:xfrm>
              <a:off x="-181800" y="-17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90" name="Google Shape;2390;p44"/>
            <p:cNvSpPr/>
            <p:nvPr/>
          </p:nvSpPr>
          <p:spPr>
            <a:xfrm>
              <a:off x="-207360" y="-79560"/>
              <a:ext cx="1191960" cy="54324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91" name="Google Shape;2391;p44"/>
            <p:cNvSpPr/>
            <p:nvPr/>
          </p:nvSpPr>
          <p:spPr>
            <a:xfrm>
              <a:off x="182880" y="29520"/>
              <a:ext cx="798120" cy="3560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92" name="Google Shape;2392;p44"/>
            <p:cNvSpPr/>
            <p:nvPr/>
          </p:nvSpPr>
          <p:spPr>
            <a:xfrm>
              <a:off x="208440" y="116640"/>
              <a:ext cx="737640" cy="331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93" name="Google Shape;2393;p44"/>
            <p:cNvSpPr/>
            <p:nvPr/>
          </p:nvSpPr>
          <p:spPr>
            <a:xfrm>
              <a:off x="234000" y="201240"/>
              <a:ext cx="682200" cy="30852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94" name="Google Shape;2394;p44"/>
            <p:cNvSpPr/>
            <p:nvPr/>
          </p:nvSpPr>
          <p:spPr>
            <a:xfrm>
              <a:off x="297720" y="469440"/>
              <a:ext cx="405720" cy="19440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95" name="Google Shape;2395;p44"/>
            <p:cNvSpPr/>
            <p:nvPr/>
          </p:nvSpPr>
          <p:spPr>
            <a:xfrm>
              <a:off x="721440" y="395640"/>
              <a:ext cx="160920" cy="9324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46800" lIns="91425" spcFirstLastPara="1" rIns="91425" wrap="square" tIns="46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96" name="Google Shape;2396;p44"/>
            <p:cNvSpPr/>
            <p:nvPr/>
          </p:nvSpPr>
          <p:spPr>
            <a:xfrm>
              <a:off x="277920" y="421920"/>
              <a:ext cx="405720" cy="19404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97" name="Google Shape;2397;p44"/>
            <p:cNvSpPr/>
            <p:nvPr/>
          </p:nvSpPr>
          <p:spPr>
            <a:xfrm>
              <a:off x="-109080" y="464400"/>
              <a:ext cx="262800" cy="13536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98" name="Google Shape;2398;p44"/>
            <p:cNvSpPr/>
            <p:nvPr/>
          </p:nvSpPr>
          <p:spPr>
            <a:xfrm>
              <a:off x="-128520" y="416880"/>
              <a:ext cx="263160" cy="13536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99" name="Google Shape;2399;p44"/>
            <p:cNvSpPr/>
            <p:nvPr/>
          </p:nvSpPr>
          <p:spPr>
            <a:xfrm>
              <a:off x="908640" y="240840"/>
              <a:ext cx="146880" cy="14976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74875" lIns="91425" spcFirstLastPara="1" rIns="91425" wrap="square" tIns="74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00" name="Google Shape;2400;p44"/>
            <p:cNvSpPr/>
            <p:nvPr/>
          </p:nvSpPr>
          <p:spPr>
            <a:xfrm>
              <a:off x="1021680" y="302760"/>
              <a:ext cx="9360" cy="86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01" name="Google Shape;2401;p44"/>
            <p:cNvSpPr/>
            <p:nvPr/>
          </p:nvSpPr>
          <p:spPr>
            <a:xfrm>
              <a:off x="1033200" y="322920"/>
              <a:ext cx="9000" cy="86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02" name="Google Shape;2402;p44"/>
            <p:cNvSpPr/>
            <p:nvPr/>
          </p:nvSpPr>
          <p:spPr>
            <a:xfrm>
              <a:off x="963720" y="277560"/>
              <a:ext cx="6840" cy="756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03" name="Google Shape;2403;p44"/>
            <p:cNvSpPr/>
            <p:nvPr/>
          </p:nvSpPr>
          <p:spPr>
            <a:xfrm>
              <a:off x="940320" y="279000"/>
              <a:ext cx="6840" cy="756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04" name="Google Shape;2404;p44"/>
            <p:cNvSpPr/>
            <p:nvPr/>
          </p:nvSpPr>
          <p:spPr>
            <a:xfrm>
              <a:off x="-39600" y="546480"/>
              <a:ext cx="233640" cy="23364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05" name="Google Shape;2405;p44"/>
            <p:cNvSpPr/>
            <p:nvPr/>
          </p:nvSpPr>
          <p:spPr>
            <a:xfrm>
              <a:off x="-142200" y="-515160"/>
              <a:ext cx="1134720" cy="124884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06" name="Google Shape;2406;p44"/>
            <p:cNvSpPr/>
            <p:nvPr/>
          </p:nvSpPr>
          <p:spPr>
            <a:xfrm>
              <a:off x="-194400" y="-5580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07" name="Google Shape;2407;p44"/>
            <p:cNvSpPr/>
            <p:nvPr/>
          </p:nvSpPr>
          <p:spPr>
            <a:xfrm>
              <a:off x="126720" y="-465840"/>
              <a:ext cx="566280" cy="67788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08" name="Google Shape;2408;p44"/>
            <p:cNvSpPr/>
            <p:nvPr/>
          </p:nvSpPr>
          <p:spPr>
            <a:xfrm>
              <a:off x="178920" y="-372600"/>
              <a:ext cx="524520" cy="62748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09" name="Google Shape;2409;p44"/>
            <p:cNvSpPr/>
            <p:nvPr/>
          </p:nvSpPr>
          <p:spPr>
            <a:xfrm>
              <a:off x="230760" y="-283680"/>
              <a:ext cx="486720" cy="58104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10" name="Google Shape;2410;p44"/>
            <p:cNvSpPr/>
            <p:nvPr/>
          </p:nvSpPr>
          <p:spPr>
            <a:xfrm>
              <a:off x="359280" y="52920"/>
              <a:ext cx="296640" cy="34992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11" name="Google Shape;2411;p44"/>
            <p:cNvSpPr/>
            <p:nvPr/>
          </p:nvSpPr>
          <p:spPr>
            <a:xfrm>
              <a:off x="650520" y="-97200"/>
              <a:ext cx="128520" cy="14544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72700" lIns="91425" spcFirstLastPara="1" rIns="91425" wrap="square" tIns="72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12" name="Google Shape;2412;p44"/>
            <p:cNvSpPr/>
            <p:nvPr/>
          </p:nvSpPr>
          <p:spPr>
            <a:xfrm>
              <a:off x="319680" y="20520"/>
              <a:ext cx="296640" cy="34992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13" name="Google Shape;2413;p44"/>
            <p:cNvSpPr/>
            <p:nvPr/>
          </p:nvSpPr>
          <p:spPr>
            <a:xfrm>
              <a:off x="-29160" y="307080"/>
              <a:ext cx="198360" cy="23076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14" name="Google Shape;2414;p44"/>
            <p:cNvSpPr/>
            <p:nvPr/>
          </p:nvSpPr>
          <p:spPr>
            <a:xfrm>
              <a:off x="-68760" y="274680"/>
              <a:ext cx="198360" cy="23076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15" name="Google Shape;2415;p44"/>
            <p:cNvSpPr/>
            <p:nvPr/>
          </p:nvSpPr>
          <p:spPr>
            <a:xfrm>
              <a:off x="738000" y="-307440"/>
              <a:ext cx="163080" cy="15588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78100" lIns="91425" spcFirstLastPara="1" rIns="91425" wrap="square" tIns="78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16" name="Google Shape;2416;p44"/>
            <p:cNvSpPr/>
            <p:nvPr/>
          </p:nvSpPr>
          <p:spPr>
            <a:xfrm>
              <a:off x="844200" y="-253080"/>
              <a:ext cx="9000" cy="86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17" name="Google Shape;2417;p44"/>
            <p:cNvSpPr/>
            <p:nvPr/>
          </p:nvSpPr>
          <p:spPr>
            <a:xfrm>
              <a:off x="863640" y="-240840"/>
              <a:ext cx="9000" cy="86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18" name="Google Shape;2418;p44"/>
            <p:cNvSpPr/>
            <p:nvPr/>
          </p:nvSpPr>
          <p:spPr>
            <a:xfrm>
              <a:off x="779400" y="-248760"/>
              <a:ext cx="9000" cy="86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19" name="Google Shape;2419;p44"/>
            <p:cNvSpPr/>
            <p:nvPr/>
          </p:nvSpPr>
          <p:spPr>
            <a:xfrm>
              <a:off x="759600" y="-236160"/>
              <a:ext cx="9000" cy="86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20" name="Google Shape;2420;p44"/>
            <p:cNvSpPr/>
            <p:nvPr/>
          </p:nvSpPr>
          <p:spPr>
            <a:xfrm>
              <a:off x="54000" y="387000"/>
              <a:ext cx="252000" cy="25200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21" name="Google Shape;2421;p44"/>
            <p:cNvSpPr/>
            <p:nvPr/>
          </p:nvSpPr>
          <p:spPr>
            <a:xfrm>
              <a:off x="-194400" y="-5580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422" name="Google Shape;2422;p44"/>
          <p:cNvGrpSpPr/>
          <p:nvPr/>
        </p:nvGrpSpPr>
        <p:grpSpPr>
          <a:xfrm>
            <a:off x="-657294" y="4097860"/>
            <a:ext cx="1687187" cy="1653520"/>
            <a:chOff x="-657294" y="4097860"/>
            <a:chExt cx="1687187" cy="1653520"/>
          </a:xfrm>
        </p:grpSpPr>
        <p:sp>
          <p:nvSpPr>
            <p:cNvPr id="2423" name="Google Shape;2423;p44"/>
            <p:cNvSpPr/>
            <p:nvPr/>
          </p:nvSpPr>
          <p:spPr>
            <a:xfrm rot="-1309200">
              <a:off x="-471240" y="4297320"/>
              <a:ext cx="1315080" cy="125460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24" name="Google Shape;2424;p44"/>
            <p:cNvSpPr/>
            <p:nvPr/>
          </p:nvSpPr>
          <p:spPr>
            <a:xfrm rot="-1309200">
              <a:off x="-423720" y="4363200"/>
              <a:ext cx="1218960" cy="112068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25" name="Google Shape;2425;p44"/>
            <p:cNvSpPr/>
            <p:nvPr/>
          </p:nvSpPr>
          <p:spPr>
            <a:xfrm rot="-1309200">
              <a:off x="-81360" y="4466520"/>
              <a:ext cx="527400" cy="90756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26" name="Google Shape;2426;p44"/>
            <p:cNvSpPr/>
            <p:nvPr/>
          </p:nvSpPr>
          <p:spPr>
            <a:xfrm rot="-1309200">
              <a:off x="-399240" y="4488840"/>
              <a:ext cx="1198800" cy="99432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27" name="Google Shape;2427;p44"/>
            <p:cNvSpPr/>
            <p:nvPr/>
          </p:nvSpPr>
          <p:spPr>
            <a:xfrm rot="-1309200">
              <a:off x="-188280" y="4787280"/>
              <a:ext cx="56160" cy="9648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28" name="Google Shape;2428;p44"/>
            <p:cNvSpPr/>
            <p:nvPr/>
          </p:nvSpPr>
          <p:spPr>
            <a:xfrm rot="-1309200">
              <a:off x="-138600" y="4884120"/>
              <a:ext cx="25560" cy="864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29" name="Google Shape;2429;p44"/>
            <p:cNvSpPr/>
            <p:nvPr/>
          </p:nvSpPr>
          <p:spPr>
            <a:xfrm rot="-1309200">
              <a:off x="484560" y="4818600"/>
              <a:ext cx="56160" cy="9648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30" name="Google Shape;2430;p44"/>
            <p:cNvSpPr/>
            <p:nvPr/>
          </p:nvSpPr>
          <p:spPr>
            <a:xfrm rot="-1309200">
              <a:off x="534240" y="4915440"/>
              <a:ext cx="25560" cy="864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31" name="Google Shape;2431;p44"/>
            <p:cNvSpPr/>
            <p:nvPr/>
          </p:nvSpPr>
          <p:spPr>
            <a:xfrm rot="-1309200">
              <a:off x="-55080" y="5363640"/>
              <a:ext cx="56160" cy="9648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32" name="Google Shape;2432;p44"/>
            <p:cNvSpPr/>
            <p:nvPr/>
          </p:nvSpPr>
          <p:spPr>
            <a:xfrm rot="-1309200">
              <a:off x="-5400" y="5460480"/>
              <a:ext cx="25560" cy="864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2433" name="Google Shape;2433;p44"/>
          <p:cNvSpPr/>
          <p:nvPr/>
        </p:nvSpPr>
        <p:spPr>
          <a:xfrm>
            <a:off x="3462840" y="-363600"/>
            <a:ext cx="1917720" cy="8524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34" name="Google Shape;2434;p44"/>
          <p:cNvSpPr txBox="1"/>
          <p:nvPr>
            <p:ph type="title"/>
          </p:nvPr>
        </p:nvSpPr>
        <p:spPr>
          <a:xfrm>
            <a:off x="726120" y="1740960"/>
            <a:ext cx="4386600" cy="16614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
  <p:cSld name="SECTION_TITLE_AND_DESCRIPTION">
    <p:bg>
      <p:bgPr>
        <a:solidFill>
          <a:schemeClr val="accent4"/>
        </a:solidFill>
      </p:bgPr>
    </p:bg>
    <p:spTree>
      <p:nvGrpSpPr>
        <p:cNvPr id="2435" name="Shape 2435"/>
        <p:cNvGrpSpPr/>
        <p:nvPr/>
      </p:nvGrpSpPr>
      <p:grpSpPr>
        <a:xfrm>
          <a:off x="0" y="0"/>
          <a:ext cx="0" cy="0"/>
          <a:chOff x="0" y="0"/>
          <a:chExt cx="0" cy="0"/>
        </a:xfrm>
      </p:grpSpPr>
      <p:sp>
        <p:nvSpPr>
          <p:cNvPr id="2436" name="Google Shape;2436;p45"/>
          <p:cNvSpPr/>
          <p:nvPr/>
        </p:nvSpPr>
        <p:spPr>
          <a:xfrm>
            <a:off x="2278440" y="0"/>
            <a:ext cx="3578760" cy="1128240"/>
          </a:xfrm>
          <a:custGeom>
            <a:rect b="b" l="l" r="r" t="t"/>
            <a:pathLst>
              <a:path extrusionOk="0" h="13539" w="42941">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37" name="Google Shape;2437;p45"/>
          <p:cNvSpPr/>
          <p:nvPr/>
        </p:nvSpPr>
        <p:spPr>
          <a:xfrm rot="-5400000">
            <a:off x="6646680" y="2646360"/>
            <a:ext cx="2226600" cy="2766960"/>
          </a:xfrm>
          <a:custGeom>
            <a:rect b="b" l="l" r="r" t="t"/>
            <a:pathLst>
              <a:path extrusionOk="0" h="28685" w="23083">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38" name="Google Shape;2438;p45"/>
          <p:cNvSpPr/>
          <p:nvPr/>
        </p:nvSpPr>
        <p:spPr>
          <a:xfrm rot="5400000">
            <a:off x="137160" y="2370600"/>
            <a:ext cx="2616480" cy="2890440"/>
          </a:xfrm>
          <a:custGeom>
            <a:rect b="b" l="l" r="r" t="t"/>
            <a:pathLst>
              <a:path extrusionOk="0" h="39602" w="3585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39" name="Google Shape;2439;p45"/>
          <p:cNvSpPr txBox="1"/>
          <p:nvPr>
            <p:ph type="title"/>
          </p:nvPr>
        </p:nvSpPr>
        <p:spPr>
          <a:xfrm>
            <a:off x="726120" y="925920"/>
            <a:ext cx="4362120" cy="150192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2440" name="Google Shape;2440;p45"/>
          <p:cNvGrpSpPr/>
          <p:nvPr/>
        </p:nvGrpSpPr>
        <p:grpSpPr>
          <a:xfrm>
            <a:off x="8097480" y="4170600"/>
            <a:ext cx="1242720" cy="1149840"/>
            <a:chOff x="8097480" y="4170600"/>
            <a:chExt cx="1242720" cy="1149840"/>
          </a:xfrm>
        </p:grpSpPr>
        <p:sp>
          <p:nvSpPr>
            <p:cNvPr id="2441" name="Google Shape;2441;p45"/>
            <p:cNvSpPr/>
            <p:nvPr/>
          </p:nvSpPr>
          <p:spPr>
            <a:xfrm>
              <a:off x="8097480" y="4170600"/>
              <a:ext cx="1242720" cy="1149840"/>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42" name="Google Shape;2442;p45"/>
            <p:cNvSpPr/>
            <p:nvPr/>
          </p:nvSpPr>
          <p:spPr>
            <a:xfrm>
              <a:off x="8271720" y="450108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43" name="Google Shape;2443;p45"/>
            <p:cNvSpPr/>
            <p:nvPr/>
          </p:nvSpPr>
          <p:spPr>
            <a:xfrm>
              <a:off x="8256960" y="4313880"/>
              <a:ext cx="850680" cy="709200"/>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44" name="Google Shape;2444;p45"/>
            <p:cNvSpPr/>
            <p:nvPr/>
          </p:nvSpPr>
          <p:spPr>
            <a:xfrm>
              <a:off x="8667000" y="4542120"/>
              <a:ext cx="178560" cy="270000"/>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45" name="Google Shape;2445;p45"/>
            <p:cNvSpPr/>
            <p:nvPr/>
          </p:nvSpPr>
          <p:spPr>
            <a:xfrm>
              <a:off x="8668080" y="4764240"/>
              <a:ext cx="90720" cy="305280"/>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46" name="Google Shape;2446;p45"/>
            <p:cNvSpPr/>
            <p:nvPr/>
          </p:nvSpPr>
          <p:spPr>
            <a:xfrm>
              <a:off x="8684280" y="4779720"/>
              <a:ext cx="19440" cy="1728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8625" lIns="91425" spcFirstLastPara="1" rIns="91425" wrap="square" tIns="86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47" name="Google Shape;2447;p45"/>
            <p:cNvSpPr/>
            <p:nvPr/>
          </p:nvSpPr>
          <p:spPr>
            <a:xfrm>
              <a:off x="8271720" y="4501080"/>
              <a:ext cx="942480" cy="727560"/>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48" name="Google Shape;2448;p45"/>
            <p:cNvSpPr/>
            <p:nvPr/>
          </p:nvSpPr>
          <p:spPr>
            <a:xfrm>
              <a:off x="8296920" y="4354920"/>
              <a:ext cx="873360" cy="833040"/>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449" name="Google Shape;2449;p45"/>
          <p:cNvGrpSpPr/>
          <p:nvPr/>
        </p:nvGrpSpPr>
        <p:grpSpPr>
          <a:xfrm>
            <a:off x="-207360" y="-558000"/>
            <a:ext cx="1356480" cy="1420920"/>
            <a:chOff x="-207360" y="-558000"/>
            <a:chExt cx="1356480" cy="1420920"/>
          </a:xfrm>
        </p:grpSpPr>
        <p:sp>
          <p:nvSpPr>
            <p:cNvPr id="2450" name="Google Shape;2450;p45"/>
            <p:cNvSpPr/>
            <p:nvPr/>
          </p:nvSpPr>
          <p:spPr>
            <a:xfrm>
              <a:off x="-181800" y="-17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51" name="Google Shape;2451;p45"/>
            <p:cNvSpPr/>
            <p:nvPr/>
          </p:nvSpPr>
          <p:spPr>
            <a:xfrm>
              <a:off x="-181800" y="-17280"/>
              <a:ext cx="1330920" cy="880200"/>
            </a:xfrm>
            <a:custGeom>
              <a:rect b="b" l="l" r="r" t="t"/>
              <a:pathLst>
                <a:path extrusionOk="0" h="13291" w="20095">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52" name="Google Shape;2452;p45"/>
            <p:cNvSpPr/>
            <p:nvPr/>
          </p:nvSpPr>
          <p:spPr>
            <a:xfrm>
              <a:off x="-207360" y="-79560"/>
              <a:ext cx="1191960" cy="543240"/>
            </a:xfrm>
            <a:custGeom>
              <a:rect b="b" l="l" r="r" t="t"/>
              <a:pathLst>
                <a:path extrusionOk="0" h="8203" w="17996">
                  <a:moveTo>
                    <a:pt x="17608" y="0"/>
                  </a:moveTo>
                  <a:lnTo>
                    <a:pt x="0" y="7265"/>
                  </a:lnTo>
                  <a:lnTo>
                    <a:pt x="387" y="8203"/>
                  </a:lnTo>
                  <a:lnTo>
                    <a:pt x="17995" y="938"/>
                  </a:lnTo>
                  <a:lnTo>
                    <a:pt x="176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53" name="Google Shape;2453;p45"/>
            <p:cNvSpPr/>
            <p:nvPr/>
          </p:nvSpPr>
          <p:spPr>
            <a:xfrm>
              <a:off x="182880" y="29520"/>
              <a:ext cx="798120" cy="356040"/>
            </a:xfrm>
            <a:custGeom>
              <a:rect b="b" l="l" r="r" t="t"/>
              <a:pathLst>
                <a:path extrusionOk="0" h="5381" w="12052">
                  <a:moveTo>
                    <a:pt x="11850" y="0"/>
                  </a:moveTo>
                  <a:lnTo>
                    <a:pt x="0" y="4890"/>
                  </a:lnTo>
                  <a:lnTo>
                    <a:pt x="203" y="5381"/>
                  </a:lnTo>
                  <a:lnTo>
                    <a:pt x="12052" y="491"/>
                  </a:lnTo>
                  <a:lnTo>
                    <a:pt x="118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54" name="Google Shape;2454;p45"/>
            <p:cNvSpPr/>
            <p:nvPr/>
          </p:nvSpPr>
          <p:spPr>
            <a:xfrm>
              <a:off x="208440" y="116640"/>
              <a:ext cx="737640" cy="331200"/>
            </a:xfrm>
            <a:custGeom>
              <a:rect b="b" l="l" r="r" t="t"/>
              <a:pathLst>
                <a:path extrusionOk="0" h="5003" w="11138">
                  <a:moveTo>
                    <a:pt x="10934" y="0"/>
                  </a:moveTo>
                  <a:lnTo>
                    <a:pt x="0" y="4512"/>
                  </a:lnTo>
                  <a:lnTo>
                    <a:pt x="202" y="5003"/>
                  </a:lnTo>
                  <a:lnTo>
                    <a:pt x="11137" y="491"/>
                  </a:lnTo>
                  <a:lnTo>
                    <a:pt x="1093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55" name="Google Shape;2455;p45"/>
            <p:cNvSpPr/>
            <p:nvPr/>
          </p:nvSpPr>
          <p:spPr>
            <a:xfrm>
              <a:off x="234000" y="201240"/>
              <a:ext cx="682200" cy="308520"/>
            </a:xfrm>
            <a:custGeom>
              <a:rect b="b" l="l" r="r" t="t"/>
              <a:pathLst>
                <a:path extrusionOk="0" h="4660" w="10305">
                  <a:moveTo>
                    <a:pt x="10102" y="1"/>
                  </a:moveTo>
                  <a:lnTo>
                    <a:pt x="0" y="4169"/>
                  </a:lnTo>
                  <a:lnTo>
                    <a:pt x="203" y="4659"/>
                  </a:lnTo>
                  <a:lnTo>
                    <a:pt x="10304" y="491"/>
                  </a:lnTo>
                  <a:lnTo>
                    <a:pt x="1010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56" name="Google Shape;2456;p45"/>
            <p:cNvSpPr/>
            <p:nvPr/>
          </p:nvSpPr>
          <p:spPr>
            <a:xfrm>
              <a:off x="297720" y="469440"/>
              <a:ext cx="405720" cy="194400"/>
            </a:xfrm>
            <a:custGeom>
              <a:rect b="b" l="l" r="r" t="t"/>
              <a:pathLst>
                <a:path extrusionOk="0" h="2937" w="6129">
                  <a:moveTo>
                    <a:pt x="5926" y="1"/>
                  </a:moveTo>
                  <a:lnTo>
                    <a:pt x="1" y="2446"/>
                  </a:lnTo>
                  <a:lnTo>
                    <a:pt x="203" y="2936"/>
                  </a:lnTo>
                  <a:lnTo>
                    <a:pt x="6128" y="491"/>
                  </a:lnTo>
                  <a:lnTo>
                    <a:pt x="592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57" name="Google Shape;2457;p45"/>
            <p:cNvSpPr/>
            <p:nvPr/>
          </p:nvSpPr>
          <p:spPr>
            <a:xfrm>
              <a:off x="721440" y="395640"/>
              <a:ext cx="160920" cy="93240"/>
            </a:xfrm>
            <a:custGeom>
              <a:rect b="b" l="l" r="r" t="t"/>
              <a:pathLst>
                <a:path extrusionOk="0" h="1412" w="2434">
                  <a:moveTo>
                    <a:pt x="2231" y="1"/>
                  </a:moveTo>
                  <a:lnTo>
                    <a:pt x="0" y="921"/>
                  </a:lnTo>
                  <a:lnTo>
                    <a:pt x="203" y="1411"/>
                  </a:lnTo>
                  <a:lnTo>
                    <a:pt x="2433" y="491"/>
                  </a:lnTo>
                  <a:lnTo>
                    <a:pt x="2231" y="1"/>
                  </a:lnTo>
                  <a:close/>
                </a:path>
              </a:pathLst>
            </a:custGeom>
            <a:solidFill>
              <a:schemeClr val="accent5"/>
            </a:solidFill>
            <a:ln>
              <a:noFill/>
            </a:ln>
          </p:spPr>
          <p:txBody>
            <a:bodyPr anchorCtr="0" anchor="ctr" bIns="46800" lIns="91425" spcFirstLastPara="1" rIns="91425" wrap="square" tIns="468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58" name="Google Shape;2458;p45"/>
            <p:cNvSpPr/>
            <p:nvPr/>
          </p:nvSpPr>
          <p:spPr>
            <a:xfrm>
              <a:off x="277920" y="421920"/>
              <a:ext cx="405720" cy="194040"/>
            </a:xfrm>
            <a:custGeom>
              <a:rect b="b" l="l" r="r" t="t"/>
              <a:pathLst>
                <a:path extrusionOk="0" h="2936" w="6129">
                  <a:moveTo>
                    <a:pt x="5925" y="0"/>
                  </a:moveTo>
                  <a:lnTo>
                    <a:pt x="0" y="2445"/>
                  </a:lnTo>
                  <a:lnTo>
                    <a:pt x="203" y="2936"/>
                  </a:lnTo>
                  <a:lnTo>
                    <a:pt x="6128" y="491"/>
                  </a:lnTo>
                  <a:lnTo>
                    <a:pt x="592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59" name="Google Shape;2459;p45"/>
            <p:cNvSpPr/>
            <p:nvPr/>
          </p:nvSpPr>
          <p:spPr>
            <a:xfrm>
              <a:off x="-109080" y="464400"/>
              <a:ext cx="262800" cy="135360"/>
            </a:xfrm>
            <a:custGeom>
              <a:rect b="b" l="l" r="r" t="t"/>
              <a:pathLst>
                <a:path extrusionOk="0" h="2047" w="3974">
                  <a:moveTo>
                    <a:pt x="3772" y="0"/>
                  </a:moveTo>
                  <a:lnTo>
                    <a:pt x="0" y="1556"/>
                  </a:lnTo>
                  <a:lnTo>
                    <a:pt x="202" y="2046"/>
                  </a:lnTo>
                  <a:lnTo>
                    <a:pt x="3973" y="491"/>
                  </a:lnTo>
                  <a:lnTo>
                    <a:pt x="3772" y="0"/>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60" name="Google Shape;2460;p45"/>
            <p:cNvSpPr/>
            <p:nvPr/>
          </p:nvSpPr>
          <p:spPr>
            <a:xfrm>
              <a:off x="-128520" y="416880"/>
              <a:ext cx="263160" cy="135360"/>
            </a:xfrm>
            <a:custGeom>
              <a:rect b="b" l="l" r="r" t="t"/>
              <a:pathLst>
                <a:path extrusionOk="0" h="2046" w="3975">
                  <a:moveTo>
                    <a:pt x="3771" y="1"/>
                  </a:moveTo>
                  <a:lnTo>
                    <a:pt x="0" y="1557"/>
                  </a:lnTo>
                  <a:lnTo>
                    <a:pt x="203" y="2046"/>
                  </a:lnTo>
                  <a:lnTo>
                    <a:pt x="3974" y="491"/>
                  </a:lnTo>
                  <a:lnTo>
                    <a:pt x="3771" y="1"/>
                  </a:lnTo>
                  <a:close/>
                </a:path>
              </a:pathLst>
            </a:custGeom>
            <a:solidFill>
              <a:schemeClr val="accent5"/>
            </a:solidFill>
            <a:ln>
              <a:noFill/>
            </a:ln>
          </p:spPr>
          <p:txBody>
            <a:bodyPr anchorCtr="0" anchor="ctr" bIns="67675" lIns="91425" spcFirstLastPara="1" rIns="91425" wrap="square" tIns="676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61" name="Google Shape;2461;p45"/>
            <p:cNvSpPr/>
            <p:nvPr/>
          </p:nvSpPr>
          <p:spPr>
            <a:xfrm>
              <a:off x="908640" y="240840"/>
              <a:ext cx="146880" cy="149760"/>
            </a:xfrm>
            <a:custGeom>
              <a:rect b="b" l="l" r="r" t="t"/>
              <a:pathLst>
                <a:path extrusionOk="0" h="2265" w="2222">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anchorCtr="0" anchor="ctr" bIns="74875" lIns="91425" spcFirstLastPara="1" rIns="91425" wrap="square" tIns="74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62" name="Google Shape;2462;p45"/>
            <p:cNvSpPr/>
            <p:nvPr/>
          </p:nvSpPr>
          <p:spPr>
            <a:xfrm>
              <a:off x="1021680" y="302760"/>
              <a:ext cx="9360" cy="8640"/>
            </a:xfrm>
            <a:custGeom>
              <a:rect b="b" l="l" r="r" t="t"/>
              <a:pathLst>
                <a:path extrusionOk="0" h="135" w="144">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63" name="Google Shape;2463;p45"/>
            <p:cNvSpPr/>
            <p:nvPr/>
          </p:nvSpPr>
          <p:spPr>
            <a:xfrm>
              <a:off x="1033200" y="322920"/>
              <a:ext cx="9000" cy="8640"/>
            </a:xfrm>
            <a:custGeom>
              <a:rect b="b" l="l" r="r" t="t"/>
              <a:pathLst>
                <a:path extrusionOk="0" h="135" w="143">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64" name="Google Shape;2464;p45"/>
            <p:cNvSpPr/>
            <p:nvPr/>
          </p:nvSpPr>
          <p:spPr>
            <a:xfrm>
              <a:off x="963720" y="277560"/>
              <a:ext cx="6840" cy="7560"/>
            </a:xfrm>
            <a:custGeom>
              <a:rect b="b" l="l" r="r" t="t"/>
              <a:pathLst>
                <a:path extrusionOk="0" h="118" w="106">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65" name="Google Shape;2465;p45"/>
            <p:cNvSpPr/>
            <p:nvPr/>
          </p:nvSpPr>
          <p:spPr>
            <a:xfrm>
              <a:off x="940320" y="279000"/>
              <a:ext cx="6840" cy="7560"/>
            </a:xfrm>
            <a:custGeom>
              <a:rect b="b" l="l" r="r" t="t"/>
              <a:pathLst>
                <a:path extrusionOk="0" h="118" w="106">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66" name="Google Shape;2466;p45"/>
            <p:cNvSpPr/>
            <p:nvPr/>
          </p:nvSpPr>
          <p:spPr>
            <a:xfrm>
              <a:off x="-39600" y="546480"/>
              <a:ext cx="233640" cy="233640"/>
            </a:xfrm>
            <a:custGeom>
              <a:rect b="b" l="l" r="r" t="t"/>
              <a:pathLst>
                <a:path extrusionOk="0" h="3532" w="3532">
                  <a:moveTo>
                    <a:pt x="2501" y="0"/>
                  </a:moveTo>
                  <a:lnTo>
                    <a:pt x="0" y="1031"/>
                  </a:lnTo>
                  <a:lnTo>
                    <a:pt x="1033" y="3532"/>
                  </a:lnTo>
                  <a:lnTo>
                    <a:pt x="3532" y="2499"/>
                  </a:lnTo>
                  <a:lnTo>
                    <a:pt x="250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67" name="Google Shape;2467;p45"/>
            <p:cNvSpPr/>
            <p:nvPr/>
          </p:nvSpPr>
          <p:spPr>
            <a:xfrm>
              <a:off x="-142200" y="-515160"/>
              <a:ext cx="1134720" cy="1248840"/>
            </a:xfrm>
            <a:custGeom>
              <a:rect b="b" l="l" r="r" t="t"/>
              <a:pathLst>
                <a:path extrusionOk="0" h="18854" w="17134">
                  <a:moveTo>
                    <a:pt x="12099" y="1"/>
                  </a:moveTo>
                  <a:lnTo>
                    <a:pt x="0" y="14714"/>
                  </a:lnTo>
                  <a:lnTo>
                    <a:pt x="5034" y="18854"/>
                  </a:lnTo>
                  <a:lnTo>
                    <a:pt x="17134" y="4141"/>
                  </a:lnTo>
                  <a:lnTo>
                    <a:pt x="120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68" name="Google Shape;2468;p45"/>
            <p:cNvSpPr/>
            <p:nvPr/>
          </p:nvSpPr>
          <p:spPr>
            <a:xfrm>
              <a:off x="-194400" y="-5580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69" name="Google Shape;2469;p45"/>
            <p:cNvSpPr/>
            <p:nvPr/>
          </p:nvSpPr>
          <p:spPr>
            <a:xfrm>
              <a:off x="126720" y="-465840"/>
              <a:ext cx="566280" cy="677880"/>
            </a:xfrm>
            <a:custGeom>
              <a:rect b="b" l="l" r="r" t="t"/>
              <a:pathLst>
                <a:path extrusionOk="0" h="10239" w="8553">
                  <a:moveTo>
                    <a:pt x="8143" y="1"/>
                  </a:moveTo>
                  <a:lnTo>
                    <a:pt x="1" y="9902"/>
                  </a:lnTo>
                  <a:lnTo>
                    <a:pt x="411" y="10239"/>
                  </a:lnTo>
                  <a:lnTo>
                    <a:pt x="8553" y="338"/>
                  </a:lnTo>
                  <a:lnTo>
                    <a:pt x="8143"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70" name="Google Shape;2470;p45"/>
            <p:cNvSpPr/>
            <p:nvPr/>
          </p:nvSpPr>
          <p:spPr>
            <a:xfrm>
              <a:off x="178920" y="-372600"/>
              <a:ext cx="524520" cy="627480"/>
            </a:xfrm>
            <a:custGeom>
              <a:rect b="b" l="l" r="r" t="t"/>
              <a:pathLst>
                <a:path extrusionOk="0" h="9474" w="7924">
                  <a:moveTo>
                    <a:pt x="7514" y="0"/>
                  </a:moveTo>
                  <a:lnTo>
                    <a:pt x="0" y="9137"/>
                  </a:lnTo>
                  <a:lnTo>
                    <a:pt x="410" y="9474"/>
                  </a:lnTo>
                  <a:lnTo>
                    <a:pt x="7923" y="337"/>
                  </a:lnTo>
                  <a:lnTo>
                    <a:pt x="7514"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71" name="Google Shape;2471;p45"/>
            <p:cNvSpPr/>
            <p:nvPr/>
          </p:nvSpPr>
          <p:spPr>
            <a:xfrm>
              <a:off x="230760" y="-283680"/>
              <a:ext cx="486720" cy="581040"/>
            </a:xfrm>
            <a:custGeom>
              <a:rect b="b" l="l" r="r" t="t"/>
              <a:pathLst>
                <a:path extrusionOk="0" h="8778" w="7352">
                  <a:moveTo>
                    <a:pt x="6942" y="1"/>
                  </a:moveTo>
                  <a:lnTo>
                    <a:pt x="1" y="8441"/>
                  </a:lnTo>
                  <a:lnTo>
                    <a:pt x="410" y="8778"/>
                  </a:lnTo>
                  <a:lnTo>
                    <a:pt x="7352" y="338"/>
                  </a:lnTo>
                  <a:lnTo>
                    <a:pt x="69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72" name="Google Shape;2472;p45"/>
            <p:cNvSpPr/>
            <p:nvPr/>
          </p:nvSpPr>
          <p:spPr>
            <a:xfrm>
              <a:off x="359280" y="52920"/>
              <a:ext cx="296640" cy="349920"/>
            </a:xfrm>
            <a:custGeom>
              <a:rect b="b" l="l" r="r" t="t"/>
              <a:pathLst>
                <a:path extrusionOk="0" h="5288" w="4482">
                  <a:moveTo>
                    <a:pt x="4071" y="1"/>
                  </a:moveTo>
                  <a:lnTo>
                    <a:pt x="0" y="4951"/>
                  </a:lnTo>
                  <a:lnTo>
                    <a:pt x="410" y="5288"/>
                  </a:lnTo>
                  <a:lnTo>
                    <a:pt x="4482" y="337"/>
                  </a:lnTo>
                  <a:lnTo>
                    <a:pt x="407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73" name="Google Shape;2473;p45"/>
            <p:cNvSpPr/>
            <p:nvPr/>
          </p:nvSpPr>
          <p:spPr>
            <a:xfrm>
              <a:off x="650520" y="-97200"/>
              <a:ext cx="128520" cy="145440"/>
            </a:xfrm>
            <a:custGeom>
              <a:rect b="b" l="l" r="r" t="t"/>
              <a:pathLst>
                <a:path extrusionOk="0" h="2203" w="1945">
                  <a:moveTo>
                    <a:pt x="1534" y="1"/>
                  </a:moveTo>
                  <a:lnTo>
                    <a:pt x="1" y="1866"/>
                  </a:lnTo>
                  <a:lnTo>
                    <a:pt x="411" y="2203"/>
                  </a:lnTo>
                  <a:lnTo>
                    <a:pt x="1944" y="338"/>
                  </a:lnTo>
                  <a:lnTo>
                    <a:pt x="1534" y="1"/>
                  </a:lnTo>
                  <a:close/>
                </a:path>
              </a:pathLst>
            </a:custGeom>
            <a:solidFill>
              <a:schemeClr val="accent5"/>
            </a:solidFill>
            <a:ln>
              <a:noFill/>
            </a:ln>
          </p:spPr>
          <p:txBody>
            <a:bodyPr anchorCtr="0" anchor="ctr" bIns="72700" lIns="91425" spcFirstLastPara="1" rIns="91425" wrap="square" tIns="72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74" name="Google Shape;2474;p45"/>
            <p:cNvSpPr/>
            <p:nvPr/>
          </p:nvSpPr>
          <p:spPr>
            <a:xfrm>
              <a:off x="319680" y="20520"/>
              <a:ext cx="296640" cy="349920"/>
            </a:xfrm>
            <a:custGeom>
              <a:rect b="b" l="l" r="r" t="t"/>
              <a:pathLst>
                <a:path extrusionOk="0" h="5288" w="4482">
                  <a:moveTo>
                    <a:pt x="4071" y="0"/>
                  </a:moveTo>
                  <a:lnTo>
                    <a:pt x="0" y="4951"/>
                  </a:lnTo>
                  <a:lnTo>
                    <a:pt x="410" y="5287"/>
                  </a:lnTo>
                  <a:lnTo>
                    <a:pt x="4482" y="337"/>
                  </a:lnTo>
                  <a:lnTo>
                    <a:pt x="407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75" name="Google Shape;2475;p45"/>
            <p:cNvSpPr/>
            <p:nvPr/>
          </p:nvSpPr>
          <p:spPr>
            <a:xfrm>
              <a:off x="-29160" y="307080"/>
              <a:ext cx="198360" cy="230760"/>
            </a:xfrm>
            <a:custGeom>
              <a:rect b="b" l="l" r="r" t="t"/>
              <a:pathLst>
                <a:path extrusionOk="0" h="3489" w="3001">
                  <a:moveTo>
                    <a:pt x="2591" y="1"/>
                  </a:moveTo>
                  <a:lnTo>
                    <a:pt x="0" y="3152"/>
                  </a:lnTo>
                  <a:lnTo>
                    <a:pt x="410" y="3489"/>
                  </a:lnTo>
                  <a:lnTo>
                    <a:pt x="3001" y="33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76" name="Google Shape;2476;p45"/>
            <p:cNvSpPr/>
            <p:nvPr/>
          </p:nvSpPr>
          <p:spPr>
            <a:xfrm>
              <a:off x="-68760" y="274680"/>
              <a:ext cx="198360" cy="230760"/>
            </a:xfrm>
            <a:custGeom>
              <a:rect b="b" l="l" r="r" t="t"/>
              <a:pathLst>
                <a:path extrusionOk="0" h="3489" w="3001">
                  <a:moveTo>
                    <a:pt x="2591" y="0"/>
                  </a:moveTo>
                  <a:lnTo>
                    <a:pt x="0" y="3151"/>
                  </a:lnTo>
                  <a:lnTo>
                    <a:pt x="410" y="3488"/>
                  </a:lnTo>
                  <a:lnTo>
                    <a:pt x="3001" y="337"/>
                  </a:lnTo>
                  <a:lnTo>
                    <a:pt x="259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77" name="Google Shape;2477;p45"/>
            <p:cNvSpPr/>
            <p:nvPr/>
          </p:nvSpPr>
          <p:spPr>
            <a:xfrm>
              <a:off x="738000" y="-307440"/>
              <a:ext cx="163080" cy="155880"/>
            </a:xfrm>
            <a:custGeom>
              <a:rect b="b" l="l" r="r" t="t"/>
              <a:pathLst>
                <a:path extrusionOk="0" h="2358" w="2466">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anchorCtr="0" anchor="ctr" bIns="78100" lIns="91425" spcFirstLastPara="1" rIns="91425" wrap="square" tIns="78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78" name="Google Shape;2478;p45"/>
            <p:cNvSpPr/>
            <p:nvPr/>
          </p:nvSpPr>
          <p:spPr>
            <a:xfrm>
              <a:off x="844200" y="-253080"/>
              <a:ext cx="9000" cy="8640"/>
            </a:xfrm>
            <a:custGeom>
              <a:rect b="b" l="l" r="r" t="t"/>
              <a:pathLst>
                <a:path extrusionOk="0" h="135" w="14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79" name="Google Shape;2479;p45"/>
            <p:cNvSpPr/>
            <p:nvPr/>
          </p:nvSpPr>
          <p:spPr>
            <a:xfrm>
              <a:off x="863640" y="-240840"/>
              <a:ext cx="9000" cy="8640"/>
            </a:xfrm>
            <a:custGeom>
              <a:rect b="b" l="l" r="r" t="t"/>
              <a:pathLst>
                <a:path extrusionOk="0" h="135" w="141">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80" name="Google Shape;2480;p45"/>
            <p:cNvSpPr/>
            <p:nvPr/>
          </p:nvSpPr>
          <p:spPr>
            <a:xfrm>
              <a:off x="779400" y="-248760"/>
              <a:ext cx="9000" cy="8640"/>
            </a:xfrm>
            <a:custGeom>
              <a:rect b="b" l="l" r="r" t="t"/>
              <a:pathLst>
                <a:path extrusionOk="0" h="136" w="139">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81" name="Google Shape;2481;p45"/>
            <p:cNvSpPr/>
            <p:nvPr/>
          </p:nvSpPr>
          <p:spPr>
            <a:xfrm>
              <a:off x="759600" y="-236160"/>
              <a:ext cx="9000" cy="8640"/>
            </a:xfrm>
            <a:custGeom>
              <a:rect b="b" l="l" r="r" t="t"/>
              <a:pathLst>
                <a:path extrusionOk="0" h="136" w="14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82" name="Google Shape;2482;p45"/>
            <p:cNvSpPr/>
            <p:nvPr/>
          </p:nvSpPr>
          <p:spPr>
            <a:xfrm>
              <a:off x="54000" y="387000"/>
              <a:ext cx="252000" cy="252000"/>
            </a:xfrm>
            <a:custGeom>
              <a:rect b="b" l="l" r="r" t="t"/>
              <a:pathLst>
                <a:path extrusionOk="0" h="3808" w="3807">
                  <a:moveTo>
                    <a:pt x="1718" y="1"/>
                  </a:moveTo>
                  <a:lnTo>
                    <a:pt x="0" y="2090"/>
                  </a:lnTo>
                  <a:lnTo>
                    <a:pt x="2089" y="3807"/>
                  </a:lnTo>
                  <a:lnTo>
                    <a:pt x="3807" y="1719"/>
                  </a:lnTo>
                  <a:lnTo>
                    <a:pt x="171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83" name="Google Shape;2483;p45"/>
            <p:cNvSpPr/>
            <p:nvPr/>
          </p:nvSpPr>
          <p:spPr>
            <a:xfrm>
              <a:off x="-194400" y="-558000"/>
              <a:ext cx="853200" cy="1038240"/>
            </a:xfrm>
            <a:custGeom>
              <a:rect b="b" l="l" r="r" t="t"/>
              <a:pathLst>
                <a:path extrusionOk="0" h="15675" w="12882">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484" name="Google Shape;2484;p45"/>
          <p:cNvGrpSpPr/>
          <p:nvPr/>
        </p:nvGrpSpPr>
        <p:grpSpPr>
          <a:xfrm>
            <a:off x="-657294" y="4097860"/>
            <a:ext cx="1687187" cy="1653520"/>
            <a:chOff x="-657294" y="4097860"/>
            <a:chExt cx="1687187" cy="1653520"/>
          </a:xfrm>
        </p:grpSpPr>
        <p:sp>
          <p:nvSpPr>
            <p:cNvPr id="2485" name="Google Shape;2485;p45"/>
            <p:cNvSpPr/>
            <p:nvPr/>
          </p:nvSpPr>
          <p:spPr>
            <a:xfrm rot="-1309200">
              <a:off x="-471240" y="4297320"/>
              <a:ext cx="1315080" cy="125460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86" name="Google Shape;2486;p45"/>
            <p:cNvSpPr/>
            <p:nvPr/>
          </p:nvSpPr>
          <p:spPr>
            <a:xfrm rot="-1309200">
              <a:off x="-423720" y="4363200"/>
              <a:ext cx="1218960" cy="112068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87" name="Google Shape;2487;p45"/>
            <p:cNvSpPr/>
            <p:nvPr/>
          </p:nvSpPr>
          <p:spPr>
            <a:xfrm rot="-1309200">
              <a:off x="-81360" y="4466520"/>
              <a:ext cx="527400" cy="90756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88" name="Google Shape;2488;p45"/>
            <p:cNvSpPr/>
            <p:nvPr/>
          </p:nvSpPr>
          <p:spPr>
            <a:xfrm rot="-1309200">
              <a:off x="-399240" y="4488840"/>
              <a:ext cx="1198800" cy="99432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89" name="Google Shape;2489;p45"/>
            <p:cNvSpPr/>
            <p:nvPr/>
          </p:nvSpPr>
          <p:spPr>
            <a:xfrm rot="-1309200">
              <a:off x="-188280" y="4787280"/>
              <a:ext cx="56160" cy="9648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90" name="Google Shape;2490;p45"/>
            <p:cNvSpPr/>
            <p:nvPr/>
          </p:nvSpPr>
          <p:spPr>
            <a:xfrm rot="-1309200">
              <a:off x="-138600" y="4884120"/>
              <a:ext cx="25560" cy="864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91" name="Google Shape;2491;p45"/>
            <p:cNvSpPr/>
            <p:nvPr/>
          </p:nvSpPr>
          <p:spPr>
            <a:xfrm rot="-1309200">
              <a:off x="484560" y="4818600"/>
              <a:ext cx="56160" cy="9648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92" name="Google Shape;2492;p45"/>
            <p:cNvSpPr/>
            <p:nvPr/>
          </p:nvSpPr>
          <p:spPr>
            <a:xfrm rot="-1309200">
              <a:off x="534240" y="4915440"/>
              <a:ext cx="25560" cy="864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93" name="Google Shape;2493;p45"/>
            <p:cNvSpPr/>
            <p:nvPr/>
          </p:nvSpPr>
          <p:spPr>
            <a:xfrm rot="-1309200">
              <a:off x="-55080" y="5363640"/>
              <a:ext cx="56160" cy="9648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48225" lIns="91425" spcFirstLastPara="1" rIns="91425" wrap="square" tIns="482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94" name="Google Shape;2494;p45"/>
            <p:cNvSpPr/>
            <p:nvPr/>
          </p:nvSpPr>
          <p:spPr>
            <a:xfrm rot="-1309200">
              <a:off x="-5400" y="5460480"/>
              <a:ext cx="25560" cy="864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4300" lIns="91425" spcFirstLastPara="1" rIns="91425" wrap="square" tIns="4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2495" name="Google Shape;2495;p45"/>
          <p:cNvSpPr/>
          <p:nvPr/>
        </p:nvSpPr>
        <p:spPr>
          <a:xfrm>
            <a:off x="3462840" y="-363600"/>
            <a:ext cx="1917720" cy="852480"/>
          </a:xfrm>
          <a:custGeom>
            <a:rect b="b" l="l" r="r" t="t"/>
            <a:pathLst>
              <a:path extrusionOk="0" fill="none" h="22461" w="5051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96" name="Google Shape;2496;p45"/>
          <p:cNvSpPr/>
          <p:nvPr/>
        </p:nvSpPr>
        <p:spPr>
          <a:xfrm>
            <a:off x="8417880" y="83088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97" name="Google Shape;2497;p45"/>
          <p:cNvSpPr/>
          <p:nvPr/>
        </p:nvSpPr>
        <p:spPr>
          <a:xfrm>
            <a:off x="1514880" y="342720"/>
            <a:ext cx="186480" cy="186480"/>
          </a:xfrm>
          <a:custGeom>
            <a:rect b="b" l="l" r="r" t="t"/>
            <a:pathLst>
              <a:path extrusionOk="0" h="6108" w="6113">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theme" Target="../theme/theme2.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4.png"/><Relationship Id="rId9" Type="http://schemas.openxmlformats.org/officeDocument/2006/relationships/image" Target="../media/image3.png"/><Relationship Id="rId5" Type="http://schemas.openxmlformats.org/officeDocument/2006/relationships/image" Target="../media/image19.png"/><Relationship Id="rId6" Type="http://schemas.openxmlformats.org/officeDocument/2006/relationships/image" Target="../media/image11.png"/><Relationship Id="rId7" Type="http://schemas.openxmlformats.org/officeDocument/2006/relationships/image" Target="../media/image2.png"/><Relationship Id="rId8" Type="http://schemas.openxmlformats.org/officeDocument/2006/relationships/image" Target="../media/image7.png"/><Relationship Id="rId10"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44.png"/><Relationship Id="rId4" Type="http://schemas.openxmlformats.org/officeDocument/2006/relationships/image" Target="../media/image4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8.png"/><Relationship Id="rId4" Type="http://schemas.openxmlformats.org/officeDocument/2006/relationships/image" Target="../media/image4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27.png"/><Relationship Id="rId4" Type="http://schemas.openxmlformats.org/officeDocument/2006/relationships/image" Target="../media/image22.png"/><Relationship Id="rId5" Type="http://schemas.openxmlformats.org/officeDocument/2006/relationships/image" Target="../media/image30.png"/><Relationship Id="rId6"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43.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2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35.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28.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34.png"/><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35.png"/><Relationship Id="rId4" Type="http://schemas.openxmlformats.org/officeDocument/2006/relationships/image" Target="../media/image4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40.png"/><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39.png"/><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42.png"/><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1" name="Shape 2501"/>
        <p:cNvGrpSpPr/>
        <p:nvPr/>
      </p:nvGrpSpPr>
      <p:grpSpPr>
        <a:xfrm>
          <a:off x="0" y="0"/>
          <a:ext cx="0" cy="0"/>
          <a:chOff x="0" y="0"/>
          <a:chExt cx="0" cy="0"/>
        </a:xfrm>
      </p:grpSpPr>
      <p:sp>
        <p:nvSpPr>
          <p:cNvPr id="2502" name="Google Shape;2502;p46"/>
          <p:cNvSpPr txBox="1"/>
          <p:nvPr>
            <p:ph idx="1" type="subTitle"/>
          </p:nvPr>
        </p:nvSpPr>
        <p:spPr>
          <a:xfrm>
            <a:off x="723950" y="3026875"/>
            <a:ext cx="4771800" cy="64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 sz="1800" u="none" cap="none" strike="noStrike">
                <a:solidFill>
                  <a:schemeClr val="dk1"/>
                </a:solidFill>
                <a:latin typeface="Inter"/>
                <a:ea typeface="Inter"/>
                <a:cs typeface="Inter"/>
                <a:sym typeface="Inter"/>
              </a:rPr>
              <a:t>Streamlined visa support for travelers worldwide</a:t>
            </a:r>
            <a:endParaRPr b="0" i="0" sz="1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None/>
            </a:pPr>
            <a:r>
              <a:rPr lang="en" sz="1000">
                <a:solidFill>
                  <a:schemeClr val="dk1"/>
                </a:solidFill>
                <a:latin typeface="Inter"/>
                <a:ea typeface="Inter"/>
                <a:cs typeface="Inter"/>
                <a:sym typeface="Inter"/>
              </a:rPr>
              <a:t>Group 8</a:t>
            </a:r>
            <a:endParaRPr sz="1000">
              <a:solidFill>
                <a:schemeClr val="dk1"/>
              </a:solidFill>
              <a:latin typeface="Inter"/>
              <a:ea typeface="Inter"/>
              <a:cs typeface="Inter"/>
              <a:sym typeface="Inter"/>
            </a:endParaRPr>
          </a:p>
        </p:txBody>
      </p:sp>
      <p:sp>
        <p:nvSpPr>
          <p:cNvPr id="2503" name="Google Shape;2503;p46"/>
          <p:cNvSpPr txBox="1"/>
          <p:nvPr>
            <p:ph type="title"/>
          </p:nvPr>
        </p:nvSpPr>
        <p:spPr>
          <a:xfrm>
            <a:off x="723960" y="1060560"/>
            <a:ext cx="4771800" cy="2152500"/>
          </a:xfrm>
          <a:prstGeom prst="rect">
            <a:avLst/>
          </a:prstGeom>
          <a:noFill/>
          <a:ln>
            <a:noFill/>
          </a:ln>
        </p:spPr>
        <p:txBody>
          <a:bodyPr anchorCtr="0" anchor="b" bIns="91425" lIns="91425" spcFirstLastPara="1" rIns="91425" wrap="square" tIns="91425">
            <a:normAutofit/>
          </a:bodyPr>
          <a:lstStyle/>
          <a:p>
            <a:pPr indent="0" lvl="0" marL="0" rtl="0" algn="l">
              <a:lnSpc>
                <a:spcPct val="90000"/>
              </a:lnSpc>
              <a:spcBef>
                <a:spcPts val="0"/>
              </a:spcBef>
              <a:spcAft>
                <a:spcPts val="0"/>
              </a:spcAft>
              <a:buClr>
                <a:schemeClr val="dk1"/>
              </a:buClr>
              <a:buSzPts val="5100"/>
              <a:buFont typeface="Work Sans"/>
              <a:buNone/>
            </a:pPr>
            <a:r>
              <a:rPr b="1" lang="en" sz="6000">
                <a:solidFill>
                  <a:schemeClr val="dk1"/>
                </a:solidFill>
                <a:latin typeface="Koulen"/>
                <a:ea typeface="Koulen"/>
                <a:cs typeface="Koulen"/>
                <a:sym typeface="Koulen"/>
              </a:rPr>
              <a:t>Rootless</a:t>
            </a:r>
            <a:endParaRPr sz="6000" u="none" strike="noStrike">
              <a:solidFill>
                <a:schemeClr val="dk1"/>
              </a:solidFill>
              <a:latin typeface="Koulen"/>
              <a:ea typeface="Koulen"/>
              <a:cs typeface="Koulen"/>
              <a:sym typeface="Koulen"/>
            </a:endParaRPr>
          </a:p>
        </p:txBody>
      </p:sp>
      <p:sp>
        <p:nvSpPr>
          <p:cNvPr id="2504" name="Google Shape;2504;p46"/>
          <p:cNvSpPr/>
          <p:nvPr/>
        </p:nvSpPr>
        <p:spPr>
          <a:xfrm>
            <a:off x="6326280" y="2874600"/>
            <a:ext cx="158040" cy="152280"/>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nvGrpSpPr>
          <p:cNvPr id="2505" name="Google Shape;2505;p46"/>
          <p:cNvGrpSpPr/>
          <p:nvPr/>
        </p:nvGrpSpPr>
        <p:grpSpPr>
          <a:xfrm>
            <a:off x="6951600" y="371880"/>
            <a:ext cx="1466280" cy="1575000"/>
            <a:chOff x="6951600" y="371880"/>
            <a:chExt cx="1466280" cy="1575000"/>
          </a:xfrm>
        </p:grpSpPr>
        <p:sp>
          <p:nvSpPr>
            <p:cNvPr id="2506" name="Google Shape;2506;p46"/>
            <p:cNvSpPr/>
            <p:nvPr/>
          </p:nvSpPr>
          <p:spPr>
            <a:xfrm rot="5400000">
              <a:off x="6897240" y="426240"/>
              <a:ext cx="1575000" cy="1466280"/>
            </a:xfrm>
            <a:custGeom>
              <a:rect b="b" l="l" r="r" t="t"/>
              <a:pathLst>
                <a:path extrusionOk="0" h="23215" w="24939">
                  <a:moveTo>
                    <a:pt x="1718" y="22620"/>
                  </a:moveTo>
                  <a:lnTo>
                    <a:pt x="1718" y="22620"/>
                  </a:lnTo>
                  <a:cubicBezTo>
                    <a:pt x="1735" y="22639"/>
                    <a:pt x="1756" y="22658"/>
                    <a:pt x="1776" y="22676"/>
                  </a:cubicBezTo>
                  <a:cubicBezTo>
                    <a:pt x="1755" y="22659"/>
                    <a:pt x="1735" y="22639"/>
                    <a:pt x="1718" y="22620"/>
                  </a:cubicBezTo>
                  <a:close/>
                  <a:moveTo>
                    <a:pt x="18955" y="0"/>
                  </a:moveTo>
                  <a:cubicBezTo>
                    <a:pt x="18718" y="0"/>
                    <a:pt x="18489" y="152"/>
                    <a:pt x="18418" y="406"/>
                  </a:cubicBezTo>
                  <a:lnTo>
                    <a:pt x="15061" y="12210"/>
                  </a:lnTo>
                  <a:lnTo>
                    <a:pt x="15053" y="12239"/>
                  </a:lnTo>
                  <a:lnTo>
                    <a:pt x="6768" y="6556"/>
                  </a:lnTo>
                  <a:lnTo>
                    <a:pt x="6732" y="2813"/>
                  </a:lnTo>
                  <a:cubicBezTo>
                    <a:pt x="6731" y="2717"/>
                    <a:pt x="6699" y="2627"/>
                    <a:pt x="6645" y="2550"/>
                  </a:cubicBezTo>
                  <a:cubicBezTo>
                    <a:pt x="6611" y="2499"/>
                    <a:pt x="6570" y="2454"/>
                    <a:pt x="6516" y="2419"/>
                  </a:cubicBezTo>
                  <a:lnTo>
                    <a:pt x="5737" y="1912"/>
                  </a:lnTo>
                  <a:cubicBezTo>
                    <a:pt x="5660" y="1862"/>
                    <a:pt x="5576" y="1839"/>
                    <a:pt x="5493" y="1839"/>
                  </a:cubicBezTo>
                  <a:cubicBezTo>
                    <a:pt x="5293" y="1839"/>
                    <a:pt x="5102" y="1973"/>
                    <a:pt x="5051" y="2187"/>
                  </a:cubicBezTo>
                  <a:lnTo>
                    <a:pt x="4386" y="4996"/>
                  </a:lnTo>
                  <a:cubicBezTo>
                    <a:pt x="4386" y="4996"/>
                    <a:pt x="4384" y="4996"/>
                    <a:pt x="4380" y="4996"/>
                  </a:cubicBezTo>
                  <a:cubicBezTo>
                    <a:pt x="4326" y="4996"/>
                    <a:pt x="3910" y="4999"/>
                    <a:pt x="3516" y="5110"/>
                  </a:cubicBezTo>
                  <a:cubicBezTo>
                    <a:pt x="3135" y="5216"/>
                    <a:pt x="2870" y="5550"/>
                    <a:pt x="2850" y="5945"/>
                  </a:cubicBezTo>
                  <a:cubicBezTo>
                    <a:pt x="2827" y="6382"/>
                    <a:pt x="2931" y="6819"/>
                    <a:pt x="2931" y="6819"/>
                  </a:cubicBezTo>
                  <a:lnTo>
                    <a:pt x="340" y="8089"/>
                  </a:lnTo>
                  <a:cubicBezTo>
                    <a:pt x="60" y="8226"/>
                    <a:pt x="1" y="8600"/>
                    <a:pt x="224" y="8816"/>
                  </a:cubicBezTo>
                  <a:lnTo>
                    <a:pt x="891" y="9464"/>
                  </a:lnTo>
                  <a:cubicBezTo>
                    <a:pt x="936" y="9508"/>
                    <a:pt x="989" y="9539"/>
                    <a:pt x="1045" y="9561"/>
                  </a:cubicBezTo>
                  <a:cubicBezTo>
                    <a:pt x="1103" y="9585"/>
                    <a:pt x="1165" y="9598"/>
                    <a:pt x="1228" y="9598"/>
                  </a:cubicBezTo>
                  <a:cubicBezTo>
                    <a:pt x="1259" y="9598"/>
                    <a:pt x="1290" y="9595"/>
                    <a:pt x="1321" y="9588"/>
                  </a:cubicBezTo>
                  <a:lnTo>
                    <a:pt x="4978" y="8795"/>
                  </a:lnTo>
                  <a:lnTo>
                    <a:pt x="12326" y="15628"/>
                  </a:lnTo>
                  <a:lnTo>
                    <a:pt x="1557" y="21514"/>
                  </a:lnTo>
                  <a:cubicBezTo>
                    <a:pt x="1215" y="21703"/>
                    <a:pt x="1165" y="22175"/>
                    <a:pt x="1463" y="22428"/>
                  </a:cubicBezTo>
                  <a:lnTo>
                    <a:pt x="2176" y="23031"/>
                  </a:lnTo>
                  <a:cubicBezTo>
                    <a:pt x="2198" y="23051"/>
                    <a:pt x="2226" y="23063"/>
                    <a:pt x="2251" y="23080"/>
                  </a:cubicBezTo>
                  <a:cubicBezTo>
                    <a:pt x="2383" y="23167"/>
                    <a:pt x="2535" y="23215"/>
                    <a:pt x="2689" y="23215"/>
                  </a:cubicBezTo>
                  <a:cubicBezTo>
                    <a:pt x="2772" y="23215"/>
                    <a:pt x="2856" y="23201"/>
                    <a:pt x="2938" y="23172"/>
                  </a:cubicBezTo>
                  <a:lnTo>
                    <a:pt x="8602" y="21172"/>
                  </a:lnTo>
                  <a:cubicBezTo>
                    <a:pt x="8606" y="21194"/>
                    <a:pt x="8957" y="22055"/>
                    <a:pt x="8957" y="22055"/>
                  </a:cubicBezTo>
                  <a:lnTo>
                    <a:pt x="10076" y="21594"/>
                  </a:lnTo>
                  <a:cubicBezTo>
                    <a:pt x="10076" y="21594"/>
                    <a:pt x="9737" y="20775"/>
                    <a:pt x="9736" y="20772"/>
                  </a:cubicBezTo>
                  <a:lnTo>
                    <a:pt x="12435" y="19819"/>
                  </a:lnTo>
                  <a:cubicBezTo>
                    <a:pt x="12439" y="19843"/>
                    <a:pt x="12790" y="20704"/>
                    <a:pt x="12790" y="20704"/>
                  </a:cubicBezTo>
                  <a:lnTo>
                    <a:pt x="13910" y="20243"/>
                  </a:lnTo>
                  <a:cubicBezTo>
                    <a:pt x="13910" y="20243"/>
                    <a:pt x="13569" y="19422"/>
                    <a:pt x="13568" y="19419"/>
                  </a:cubicBezTo>
                  <a:lnTo>
                    <a:pt x="16118" y="18518"/>
                  </a:lnTo>
                  <a:lnTo>
                    <a:pt x="21310" y="22503"/>
                  </a:lnTo>
                  <a:cubicBezTo>
                    <a:pt x="21785" y="22867"/>
                    <a:pt x="22365" y="23066"/>
                    <a:pt x="22963" y="23074"/>
                  </a:cubicBezTo>
                  <a:lnTo>
                    <a:pt x="23030" y="23074"/>
                  </a:lnTo>
                  <a:cubicBezTo>
                    <a:pt x="23036" y="23074"/>
                    <a:pt x="23041" y="23074"/>
                    <a:pt x="23047" y="23074"/>
                  </a:cubicBezTo>
                  <a:cubicBezTo>
                    <a:pt x="24133" y="23074"/>
                    <a:pt x="24938" y="22057"/>
                    <a:pt x="24685" y="20998"/>
                  </a:cubicBezTo>
                  <a:cubicBezTo>
                    <a:pt x="24537" y="20374"/>
                    <a:pt x="24189" y="19816"/>
                    <a:pt x="23698" y="19407"/>
                  </a:cubicBezTo>
                  <a:lnTo>
                    <a:pt x="18714" y="15267"/>
                  </a:lnTo>
                  <a:lnTo>
                    <a:pt x="19198" y="11132"/>
                  </a:lnTo>
                  <a:lnTo>
                    <a:pt x="20067" y="11278"/>
                  </a:lnTo>
                  <a:lnTo>
                    <a:pt x="20270" y="10084"/>
                  </a:lnTo>
                  <a:cubicBezTo>
                    <a:pt x="20270" y="10084"/>
                    <a:pt x="19359" y="9935"/>
                    <a:pt x="19339" y="9935"/>
                  </a:cubicBezTo>
                  <a:lnTo>
                    <a:pt x="19670" y="7094"/>
                  </a:lnTo>
                  <a:lnTo>
                    <a:pt x="20538" y="7241"/>
                  </a:lnTo>
                  <a:lnTo>
                    <a:pt x="20741" y="6047"/>
                  </a:lnTo>
                  <a:cubicBezTo>
                    <a:pt x="20741" y="6047"/>
                    <a:pt x="19832" y="5898"/>
                    <a:pt x="19812" y="5898"/>
                  </a:cubicBezTo>
                  <a:lnTo>
                    <a:pt x="20340" y="1384"/>
                  </a:lnTo>
                  <a:cubicBezTo>
                    <a:pt x="20368" y="1139"/>
                    <a:pt x="20275" y="902"/>
                    <a:pt x="20099" y="736"/>
                  </a:cubicBezTo>
                  <a:cubicBezTo>
                    <a:pt x="20078" y="715"/>
                    <a:pt x="20058" y="690"/>
                    <a:pt x="20035" y="673"/>
                  </a:cubicBezTo>
                  <a:lnTo>
                    <a:pt x="19289" y="112"/>
                  </a:lnTo>
                  <a:cubicBezTo>
                    <a:pt x="19187" y="36"/>
                    <a:pt x="19070" y="0"/>
                    <a:pt x="1895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07" name="Google Shape;2507;p46"/>
            <p:cNvSpPr/>
            <p:nvPr/>
          </p:nvSpPr>
          <p:spPr>
            <a:xfrm rot="5400000">
              <a:off x="6723000" y="682560"/>
              <a:ext cx="944280" cy="470520"/>
            </a:xfrm>
            <a:custGeom>
              <a:rect b="b" l="l" r="r" t="t"/>
              <a:pathLst>
                <a:path extrusionOk="0" h="7452" w="14954">
                  <a:moveTo>
                    <a:pt x="11162" y="0"/>
                  </a:moveTo>
                  <a:lnTo>
                    <a:pt x="10726" y="238"/>
                  </a:lnTo>
                  <a:lnTo>
                    <a:pt x="393" y="5886"/>
                  </a:lnTo>
                  <a:cubicBezTo>
                    <a:pt x="51" y="6074"/>
                    <a:pt x="1" y="6547"/>
                    <a:pt x="299" y="6799"/>
                  </a:cubicBezTo>
                  <a:lnTo>
                    <a:pt x="1012" y="7402"/>
                  </a:lnTo>
                  <a:cubicBezTo>
                    <a:pt x="1034" y="7422"/>
                    <a:pt x="1062" y="7434"/>
                    <a:pt x="1087" y="7451"/>
                  </a:cubicBezTo>
                  <a:lnTo>
                    <a:pt x="612" y="7048"/>
                  </a:lnTo>
                  <a:cubicBezTo>
                    <a:pt x="313" y="6793"/>
                    <a:pt x="361" y="6320"/>
                    <a:pt x="705" y="6133"/>
                  </a:cubicBezTo>
                  <a:lnTo>
                    <a:pt x="11041" y="486"/>
                  </a:lnTo>
                  <a:lnTo>
                    <a:pt x="14365" y="3096"/>
                  </a:lnTo>
                  <a:lnTo>
                    <a:pt x="14954" y="2888"/>
                  </a:lnTo>
                  <a:lnTo>
                    <a:pt x="1116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508" name="Google Shape;2508;p46"/>
            <p:cNvSpPr/>
            <p:nvPr/>
          </p:nvSpPr>
          <p:spPr>
            <a:xfrm rot="5400000">
              <a:off x="7776720" y="1000080"/>
              <a:ext cx="318240" cy="964080"/>
            </a:xfrm>
            <a:custGeom>
              <a:rect b="b" l="l" r="r" t="t"/>
              <a:pathLst>
                <a:path extrusionOk="0" h="15269" w="5046">
                  <a:moveTo>
                    <a:pt x="3903" y="0"/>
                  </a:moveTo>
                  <a:cubicBezTo>
                    <a:pt x="3666" y="0"/>
                    <a:pt x="3437" y="152"/>
                    <a:pt x="3365" y="406"/>
                  </a:cubicBezTo>
                  <a:lnTo>
                    <a:pt x="8" y="12210"/>
                  </a:lnTo>
                  <a:lnTo>
                    <a:pt x="0" y="12239"/>
                  </a:lnTo>
                  <a:lnTo>
                    <a:pt x="3663" y="15269"/>
                  </a:lnTo>
                  <a:lnTo>
                    <a:pt x="3740" y="14604"/>
                  </a:lnTo>
                  <a:lnTo>
                    <a:pt x="455" y="11981"/>
                  </a:lnTo>
                  <a:lnTo>
                    <a:pt x="3676" y="654"/>
                  </a:lnTo>
                  <a:cubicBezTo>
                    <a:pt x="3748" y="401"/>
                    <a:pt x="3976" y="249"/>
                    <a:pt x="4214" y="249"/>
                  </a:cubicBezTo>
                  <a:cubicBezTo>
                    <a:pt x="4328" y="249"/>
                    <a:pt x="4445" y="284"/>
                    <a:pt x="4547" y="361"/>
                  </a:cubicBezTo>
                  <a:lnTo>
                    <a:pt x="5046" y="737"/>
                  </a:lnTo>
                  <a:cubicBezTo>
                    <a:pt x="5024" y="716"/>
                    <a:pt x="5006" y="691"/>
                    <a:pt x="4982" y="673"/>
                  </a:cubicBezTo>
                  <a:lnTo>
                    <a:pt x="4235" y="112"/>
                  </a:lnTo>
                  <a:cubicBezTo>
                    <a:pt x="4134" y="36"/>
                    <a:pt x="4017" y="0"/>
                    <a:pt x="390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509" name="Google Shape;2509;p46"/>
            <p:cNvSpPr/>
            <p:nvPr/>
          </p:nvSpPr>
          <p:spPr>
            <a:xfrm rot="5400000">
              <a:off x="6993360" y="1805040"/>
              <a:ext cx="96120" cy="107640"/>
            </a:xfrm>
            <a:custGeom>
              <a:rect b="b" l="l" r="r" t="t"/>
              <a:pathLst>
                <a:path extrusionOk="0" h="1708" w="1527">
                  <a:moveTo>
                    <a:pt x="1010" y="0"/>
                  </a:moveTo>
                  <a:cubicBezTo>
                    <a:pt x="979" y="257"/>
                    <a:pt x="892" y="533"/>
                    <a:pt x="694" y="783"/>
                  </a:cubicBezTo>
                  <a:cubicBezTo>
                    <a:pt x="496" y="1031"/>
                    <a:pt x="245" y="1177"/>
                    <a:pt x="1" y="1265"/>
                  </a:cubicBezTo>
                  <a:lnTo>
                    <a:pt x="254" y="1707"/>
                  </a:lnTo>
                  <a:cubicBezTo>
                    <a:pt x="414" y="1691"/>
                    <a:pt x="571" y="1655"/>
                    <a:pt x="720" y="1592"/>
                  </a:cubicBezTo>
                  <a:cubicBezTo>
                    <a:pt x="908" y="1511"/>
                    <a:pt x="1083" y="1372"/>
                    <a:pt x="1221" y="1203"/>
                  </a:cubicBezTo>
                  <a:cubicBezTo>
                    <a:pt x="1382" y="1005"/>
                    <a:pt x="1493" y="764"/>
                    <a:pt x="1515" y="520"/>
                  </a:cubicBezTo>
                  <a:cubicBezTo>
                    <a:pt x="1527" y="398"/>
                    <a:pt x="1517" y="274"/>
                    <a:pt x="1501" y="152"/>
                  </a:cubicBezTo>
                  <a:lnTo>
                    <a:pt x="1010" y="0"/>
                  </a:lnTo>
                  <a:close/>
                </a:path>
              </a:pathLst>
            </a:custGeom>
            <a:solidFill>
              <a:schemeClr val="accent4"/>
            </a:solidFill>
            <a:ln>
              <a:noFill/>
            </a:ln>
          </p:spPr>
          <p:txBody>
            <a:bodyPr anchorCtr="0" anchor="ctr" bIns="54000" lIns="91425" spcFirstLastPara="1" rIns="91425" wrap="square" tIns="54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10" name="Google Shape;2510;p46"/>
            <p:cNvSpPr/>
            <p:nvPr/>
          </p:nvSpPr>
          <p:spPr>
            <a:xfrm rot="5400000">
              <a:off x="6966720" y="1775160"/>
              <a:ext cx="67320" cy="27000"/>
            </a:xfrm>
            <a:custGeom>
              <a:rect b="b" l="l" r="r" t="t"/>
              <a:pathLst>
                <a:path extrusionOk="0" h="433" w="1069">
                  <a:moveTo>
                    <a:pt x="821" y="0"/>
                  </a:moveTo>
                  <a:cubicBezTo>
                    <a:pt x="561" y="82"/>
                    <a:pt x="316" y="99"/>
                    <a:pt x="162" y="99"/>
                  </a:cubicBezTo>
                  <a:cubicBezTo>
                    <a:pt x="62" y="99"/>
                    <a:pt x="0" y="92"/>
                    <a:pt x="0" y="92"/>
                  </a:cubicBezTo>
                  <a:lnTo>
                    <a:pt x="0" y="92"/>
                  </a:lnTo>
                  <a:lnTo>
                    <a:pt x="351" y="371"/>
                  </a:lnTo>
                  <a:cubicBezTo>
                    <a:pt x="401" y="412"/>
                    <a:pt x="567" y="408"/>
                    <a:pt x="635" y="416"/>
                  </a:cubicBezTo>
                  <a:cubicBezTo>
                    <a:pt x="731" y="426"/>
                    <a:pt x="829" y="432"/>
                    <a:pt x="925" y="432"/>
                  </a:cubicBezTo>
                  <a:cubicBezTo>
                    <a:pt x="939" y="432"/>
                    <a:pt x="953" y="432"/>
                    <a:pt x="967" y="432"/>
                  </a:cubicBezTo>
                  <a:cubicBezTo>
                    <a:pt x="1001" y="430"/>
                    <a:pt x="1034" y="428"/>
                    <a:pt x="1069" y="424"/>
                  </a:cubicBezTo>
                  <a:lnTo>
                    <a:pt x="821" y="0"/>
                  </a:lnTo>
                  <a:close/>
                </a:path>
              </a:pathLst>
            </a:custGeom>
            <a:solidFill>
              <a:schemeClr val="accent4"/>
            </a:solidFill>
            <a:ln>
              <a:noFill/>
            </a:ln>
          </p:spPr>
          <p:txBody>
            <a:bodyPr anchorCtr="0" anchor="ctr" bIns="13675" lIns="91425" spcFirstLastPara="1" rIns="91425" wrap="square" tIns="13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11" name="Google Shape;2511;p46"/>
            <p:cNvSpPr/>
            <p:nvPr/>
          </p:nvSpPr>
          <p:spPr>
            <a:xfrm rot="5400000">
              <a:off x="7102800" y="1856520"/>
              <a:ext cx="35640" cy="60840"/>
            </a:xfrm>
            <a:custGeom>
              <a:rect b="b" l="l" r="r" t="t"/>
              <a:pathLst>
                <a:path extrusionOk="0" h="970" w="568">
                  <a:moveTo>
                    <a:pt x="0" y="0"/>
                  </a:moveTo>
                  <a:cubicBezTo>
                    <a:pt x="0" y="0"/>
                    <a:pt x="131" y="370"/>
                    <a:pt x="94" y="821"/>
                  </a:cubicBezTo>
                  <a:lnTo>
                    <a:pt x="568" y="970"/>
                  </a:lnTo>
                  <a:cubicBezTo>
                    <a:pt x="527" y="732"/>
                    <a:pt x="449" y="497"/>
                    <a:pt x="351" y="280"/>
                  </a:cubicBezTo>
                  <a:lnTo>
                    <a:pt x="0" y="0"/>
                  </a:lnTo>
                  <a:close/>
                </a:path>
              </a:pathLst>
            </a:custGeom>
            <a:solidFill>
              <a:schemeClr val="accent4"/>
            </a:solidFill>
            <a:ln>
              <a:noFill/>
            </a:ln>
          </p:spPr>
          <p:txBody>
            <a:bodyPr anchorCtr="0" anchor="ctr" bIns="30600" lIns="91425" spcFirstLastPara="1" rIns="91425" wrap="square" tIns="30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12" name="Google Shape;2512;p46"/>
            <p:cNvSpPr/>
            <p:nvPr/>
          </p:nvSpPr>
          <p:spPr>
            <a:xfrm rot="5400000">
              <a:off x="7844400" y="341640"/>
              <a:ext cx="427320" cy="487800"/>
            </a:xfrm>
            <a:custGeom>
              <a:rect b="b" l="l" r="r" t="t"/>
              <a:pathLst>
                <a:path extrusionOk="0" h="7727" w="6770">
                  <a:moveTo>
                    <a:pt x="5494" y="1"/>
                  </a:moveTo>
                  <a:cubicBezTo>
                    <a:pt x="5295" y="1"/>
                    <a:pt x="5104" y="135"/>
                    <a:pt x="5054" y="349"/>
                  </a:cubicBezTo>
                  <a:lnTo>
                    <a:pt x="4468" y="2820"/>
                  </a:lnTo>
                  <a:lnTo>
                    <a:pt x="4388" y="3159"/>
                  </a:lnTo>
                  <a:cubicBezTo>
                    <a:pt x="4388" y="3159"/>
                    <a:pt x="4386" y="3159"/>
                    <a:pt x="4382" y="3159"/>
                  </a:cubicBezTo>
                  <a:cubicBezTo>
                    <a:pt x="4328" y="3159"/>
                    <a:pt x="3912" y="3162"/>
                    <a:pt x="3518" y="3273"/>
                  </a:cubicBezTo>
                  <a:cubicBezTo>
                    <a:pt x="3136" y="3379"/>
                    <a:pt x="2872" y="3713"/>
                    <a:pt x="2852" y="4108"/>
                  </a:cubicBezTo>
                  <a:cubicBezTo>
                    <a:pt x="2829" y="4546"/>
                    <a:pt x="2933" y="4982"/>
                    <a:pt x="2933" y="4982"/>
                  </a:cubicBezTo>
                  <a:lnTo>
                    <a:pt x="2621" y="5136"/>
                  </a:lnTo>
                  <a:lnTo>
                    <a:pt x="341" y="6253"/>
                  </a:lnTo>
                  <a:cubicBezTo>
                    <a:pt x="60" y="6391"/>
                    <a:pt x="1" y="6764"/>
                    <a:pt x="225" y="6981"/>
                  </a:cubicBezTo>
                  <a:lnTo>
                    <a:pt x="891" y="7628"/>
                  </a:lnTo>
                  <a:cubicBezTo>
                    <a:pt x="937" y="7673"/>
                    <a:pt x="990" y="7703"/>
                    <a:pt x="1046" y="7727"/>
                  </a:cubicBezTo>
                  <a:lnTo>
                    <a:pt x="535" y="7231"/>
                  </a:lnTo>
                  <a:cubicBezTo>
                    <a:pt x="311" y="7013"/>
                    <a:pt x="372" y="6640"/>
                    <a:pt x="651" y="6502"/>
                  </a:cubicBezTo>
                  <a:lnTo>
                    <a:pt x="2888" y="5407"/>
                  </a:lnTo>
                  <a:lnTo>
                    <a:pt x="4525" y="7060"/>
                  </a:lnTo>
                  <a:lnTo>
                    <a:pt x="4981" y="6961"/>
                  </a:lnTo>
                  <a:lnTo>
                    <a:pt x="3208" y="5248"/>
                  </a:lnTo>
                  <a:lnTo>
                    <a:pt x="3244" y="5229"/>
                  </a:lnTo>
                  <a:cubicBezTo>
                    <a:pt x="3244" y="5229"/>
                    <a:pt x="3141" y="4794"/>
                    <a:pt x="3162" y="4355"/>
                  </a:cubicBezTo>
                  <a:cubicBezTo>
                    <a:pt x="3182" y="3961"/>
                    <a:pt x="3449" y="3628"/>
                    <a:pt x="3828" y="3521"/>
                  </a:cubicBezTo>
                  <a:cubicBezTo>
                    <a:pt x="4230" y="3409"/>
                    <a:pt x="4653" y="3406"/>
                    <a:pt x="4695" y="3406"/>
                  </a:cubicBezTo>
                  <a:cubicBezTo>
                    <a:pt x="4697" y="3406"/>
                    <a:pt x="4698" y="3406"/>
                    <a:pt x="4698" y="3406"/>
                  </a:cubicBezTo>
                  <a:lnTo>
                    <a:pt x="4708" y="3368"/>
                  </a:lnTo>
                  <a:lnTo>
                    <a:pt x="6769" y="4720"/>
                  </a:lnTo>
                  <a:lnTo>
                    <a:pt x="6765" y="4252"/>
                  </a:lnTo>
                  <a:lnTo>
                    <a:pt x="4791" y="3021"/>
                  </a:lnTo>
                  <a:lnTo>
                    <a:pt x="5365" y="599"/>
                  </a:lnTo>
                  <a:cubicBezTo>
                    <a:pt x="5416" y="384"/>
                    <a:pt x="5606" y="251"/>
                    <a:pt x="5806" y="251"/>
                  </a:cubicBezTo>
                  <a:cubicBezTo>
                    <a:pt x="5889" y="251"/>
                    <a:pt x="5973" y="274"/>
                    <a:pt x="6050" y="324"/>
                  </a:cubicBezTo>
                  <a:lnTo>
                    <a:pt x="6648" y="712"/>
                  </a:lnTo>
                  <a:cubicBezTo>
                    <a:pt x="6613" y="661"/>
                    <a:pt x="6572" y="616"/>
                    <a:pt x="6519" y="581"/>
                  </a:cubicBezTo>
                  <a:lnTo>
                    <a:pt x="5738" y="74"/>
                  </a:lnTo>
                  <a:cubicBezTo>
                    <a:pt x="5662" y="24"/>
                    <a:pt x="5577" y="1"/>
                    <a:pt x="549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sp>
        <p:nvSpPr>
          <p:cNvPr id="2513" name="Google Shape;2513;p46"/>
          <p:cNvSpPr/>
          <p:nvPr/>
        </p:nvSpPr>
        <p:spPr>
          <a:xfrm flipH="1" rot="1175400">
            <a:off x="6811200" y="2172960"/>
            <a:ext cx="2929320" cy="175932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14" name="Google Shape;2514;p46"/>
          <p:cNvSpPr/>
          <p:nvPr/>
        </p:nvSpPr>
        <p:spPr>
          <a:xfrm rot="-6606000">
            <a:off x="7482240" y="-597240"/>
            <a:ext cx="1439280" cy="784440"/>
          </a:xfrm>
          <a:custGeom>
            <a:rect b="b" l="l" r="r" t="t"/>
            <a:pathLst>
              <a:path extrusionOk="0" fill="none" h="12439" w="22813">
                <a:moveTo>
                  <a:pt x="22812" y="0"/>
                </a:moveTo>
                <a:cubicBezTo>
                  <a:pt x="22812" y="0"/>
                  <a:pt x="20999" y="9660"/>
                  <a:pt x="12792" y="11049"/>
                </a:cubicBezTo>
                <a:cubicBezTo>
                  <a:pt x="4584" y="12439"/>
                  <a:pt x="0" y="710"/>
                  <a:pt x="0" y="71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2515" name="Google Shape;2515;p46"/>
          <p:cNvGrpSpPr/>
          <p:nvPr/>
        </p:nvGrpSpPr>
        <p:grpSpPr>
          <a:xfrm>
            <a:off x="1818000" y="4209120"/>
            <a:ext cx="261720" cy="531000"/>
            <a:chOff x="1818000" y="4209120"/>
            <a:chExt cx="261720" cy="531000"/>
          </a:xfrm>
        </p:grpSpPr>
        <p:sp>
          <p:nvSpPr>
            <p:cNvPr id="2516" name="Google Shape;2516;p46"/>
            <p:cNvSpPr/>
            <p:nvPr/>
          </p:nvSpPr>
          <p:spPr>
            <a:xfrm>
              <a:off x="1818000" y="420912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517" name="Google Shape;2517;p46"/>
            <p:cNvSpPr/>
            <p:nvPr/>
          </p:nvSpPr>
          <p:spPr>
            <a:xfrm>
              <a:off x="1890360" y="470412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518" name="Google Shape;2518;p46"/>
            <p:cNvSpPr/>
            <p:nvPr/>
          </p:nvSpPr>
          <p:spPr>
            <a:xfrm>
              <a:off x="1938600" y="420912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2519" name="Google Shape;2519;p46"/>
          <p:cNvGrpSpPr/>
          <p:nvPr/>
        </p:nvGrpSpPr>
        <p:grpSpPr>
          <a:xfrm>
            <a:off x="5704920" y="529200"/>
            <a:ext cx="261720" cy="531360"/>
            <a:chOff x="5704920" y="529200"/>
            <a:chExt cx="261720" cy="531360"/>
          </a:xfrm>
        </p:grpSpPr>
        <p:sp>
          <p:nvSpPr>
            <p:cNvPr id="2520" name="Google Shape;2520;p46"/>
            <p:cNvSpPr/>
            <p:nvPr/>
          </p:nvSpPr>
          <p:spPr>
            <a:xfrm>
              <a:off x="5704920" y="529200"/>
              <a:ext cx="261720" cy="448200"/>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521" name="Google Shape;2521;p46"/>
            <p:cNvSpPr/>
            <p:nvPr/>
          </p:nvSpPr>
          <p:spPr>
            <a:xfrm>
              <a:off x="5777280" y="1024560"/>
              <a:ext cx="117360" cy="36000"/>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522" name="Google Shape;2522;p46"/>
            <p:cNvSpPr/>
            <p:nvPr/>
          </p:nvSpPr>
          <p:spPr>
            <a:xfrm>
              <a:off x="5825520" y="529200"/>
              <a:ext cx="141120" cy="448200"/>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sp>
        <p:nvSpPr>
          <p:cNvPr id="2523" name="Google Shape;2523;p46"/>
          <p:cNvSpPr/>
          <p:nvPr/>
        </p:nvSpPr>
        <p:spPr>
          <a:xfrm flipH="1" rot="693600">
            <a:off x="1896480" y="-600840"/>
            <a:ext cx="3024720" cy="1816560"/>
          </a:xfrm>
          <a:custGeom>
            <a:rect b="b" l="l" r="r" t="t"/>
            <a:pathLst>
              <a:path extrusionOk="0" fill="none" h="25948" w="43197">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24" name="Google Shape;2524;p46"/>
          <p:cNvSpPr/>
          <p:nvPr/>
        </p:nvSpPr>
        <p:spPr>
          <a:xfrm rot="-8317800">
            <a:off x="6131520" y="4299480"/>
            <a:ext cx="1578600" cy="860760"/>
          </a:xfrm>
          <a:custGeom>
            <a:rect b="b" l="l" r="r" t="t"/>
            <a:pathLst>
              <a:path extrusionOk="0" fill="none" h="12439" w="22813">
                <a:moveTo>
                  <a:pt x="22812" y="0"/>
                </a:moveTo>
                <a:cubicBezTo>
                  <a:pt x="22812" y="0"/>
                  <a:pt x="20999" y="9660"/>
                  <a:pt x="12792" y="11049"/>
                </a:cubicBezTo>
                <a:cubicBezTo>
                  <a:pt x="4584" y="12439"/>
                  <a:pt x="0" y="710"/>
                  <a:pt x="0" y="71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25" name="Google Shape;2525;p46"/>
          <p:cNvSpPr/>
          <p:nvPr/>
        </p:nvSpPr>
        <p:spPr>
          <a:xfrm flipH="1" rot="-926400">
            <a:off x="2014200" y="4212000"/>
            <a:ext cx="3266280" cy="1184400"/>
          </a:xfrm>
          <a:custGeom>
            <a:rect b="b" l="l" r="r" t="t"/>
            <a:pathLst>
              <a:path extrusionOk="0" fill="none" h="19231" w="53041">
                <a:moveTo>
                  <a:pt x="53040" y="14789"/>
                </a:moveTo>
                <a:cubicBezTo>
                  <a:pt x="53040" y="14789"/>
                  <a:pt x="49618" y="17159"/>
                  <a:pt x="41611" y="7597"/>
                </a:cubicBezTo>
                <a:cubicBezTo>
                  <a:pt x="39545" y="5131"/>
                  <a:pt x="36120" y="1533"/>
                  <a:pt x="32481" y="2245"/>
                </a:cubicBezTo>
                <a:cubicBezTo>
                  <a:pt x="31418" y="2453"/>
                  <a:pt x="29859" y="3206"/>
                  <a:pt x="29615" y="4305"/>
                </a:cubicBezTo>
                <a:cubicBezTo>
                  <a:pt x="29228" y="6051"/>
                  <a:pt x="31316" y="6683"/>
                  <a:pt x="32165" y="5721"/>
                </a:cubicBezTo>
                <a:cubicBezTo>
                  <a:pt x="33756" y="3916"/>
                  <a:pt x="30902" y="2404"/>
                  <a:pt x="29468" y="1989"/>
                </a:cubicBezTo>
                <a:cubicBezTo>
                  <a:pt x="22600" y="1"/>
                  <a:pt x="23994" y="8233"/>
                  <a:pt x="15235" y="13731"/>
                </a:cubicBezTo>
                <a:cubicBezTo>
                  <a:pt x="6476" y="19230"/>
                  <a:pt x="1" y="17179"/>
                  <a:pt x="1" y="17179"/>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2526" name="Google Shape;2526;p46"/>
          <p:cNvGrpSpPr/>
          <p:nvPr/>
        </p:nvGrpSpPr>
        <p:grpSpPr>
          <a:xfrm>
            <a:off x="5002051" y="3931598"/>
            <a:ext cx="1465858" cy="1456844"/>
            <a:chOff x="5002051" y="3931598"/>
            <a:chExt cx="1465858" cy="1456844"/>
          </a:xfrm>
        </p:grpSpPr>
        <p:sp>
          <p:nvSpPr>
            <p:cNvPr id="2527" name="Google Shape;2527;p46"/>
            <p:cNvSpPr/>
            <p:nvPr/>
          </p:nvSpPr>
          <p:spPr>
            <a:xfrm rot="2251200">
              <a:off x="5201640" y="4151160"/>
              <a:ext cx="1066680" cy="1017720"/>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28" name="Google Shape;2528;p46"/>
            <p:cNvSpPr/>
            <p:nvPr/>
          </p:nvSpPr>
          <p:spPr>
            <a:xfrm rot="2251200">
              <a:off x="5241240" y="4204800"/>
              <a:ext cx="988920" cy="909360"/>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29" name="Google Shape;2529;p46"/>
            <p:cNvSpPr/>
            <p:nvPr/>
          </p:nvSpPr>
          <p:spPr>
            <a:xfrm rot="2251200">
              <a:off x="5522760" y="4287240"/>
              <a:ext cx="427680" cy="736200"/>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530" name="Google Shape;2530;p46"/>
            <p:cNvSpPr/>
            <p:nvPr/>
          </p:nvSpPr>
          <p:spPr>
            <a:xfrm rot="2251200">
              <a:off x="5211720" y="4291560"/>
              <a:ext cx="972360" cy="806760"/>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31" name="Google Shape;2531;p46"/>
            <p:cNvSpPr/>
            <p:nvPr/>
          </p:nvSpPr>
          <p:spPr>
            <a:xfrm rot="2251200">
              <a:off x="5631120" y="4341960"/>
              <a:ext cx="45360" cy="78120"/>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39225" lIns="91425" spcFirstLastPara="1" rIns="91425" wrap="square" tIns="392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532" name="Google Shape;2532;p46"/>
            <p:cNvSpPr/>
            <p:nvPr/>
          </p:nvSpPr>
          <p:spPr>
            <a:xfrm rot="2251200">
              <a:off x="5621040" y="4424040"/>
              <a:ext cx="20880" cy="684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533" name="Google Shape;2533;p46"/>
            <p:cNvSpPr/>
            <p:nvPr/>
          </p:nvSpPr>
          <p:spPr>
            <a:xfrm rot="2251200">
              <a:off x="5887800" y="4825080"/>
              <a:ext cx="45360" cy="78120"/>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39225" lIns="91425" spcFirstLastPara="1" rIns="91425" wrap="square" tIns="392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534" name="Google Shape;2534;p46"/>
            <p:cNvSpPr/>
            <p:nvPr/>
          </p:nvSpPr>
          <p:spPr>
            <a:xfrm rot="2251200">
              <a:off x="5877720" y="4906800"/>
              <a:ext cx="20880" cy="684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535" name="Google Shape;2535;p46"/>
            <p:cNvSpPr/>
            <p:nvPr/>
          </p:nvSpPr>
          <p:spPr>
            <a:xfrm rot="2251200">
              <a:off x="5284080" y="4673520"/>
              <a:ext cx="45360" cy="78120"/>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39225" lIns="91425" spcFirstLastPara="1" rIns="91425" wrap="square" tIns="392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536" name="Google Shape;2536;p46"/>
            <p:cNvSpPr/>
            <p:nvPr/>
          </p:nvSpPr>
          <p:spPr>
            <a:xfrm rot="2251200">
              <a:off x="5274000" y="4755240"/>
              <a:ext cx="20880" cy="684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3600" lIns="91425" spcFirstLastPara="1" rIns="91425" wrap="square" tIns="36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0" name="Shape 2540"/>
        <p:cNvGrpSpPr/>
        <p:nvPr/>
      </p:nvGrpSpPr>
      <p:grpSpPr>
        <a:xfrm>
          <a:off x="0" y="0"/>
          <a:ext cx="0" cy="0"/>
          <a:chOff x="0" y="0"/>
          <a:chExt cx="0" cy="0"/>
        </a:xfrm>
      </p:grpSpPr>
      <p:sp>
        <p:nvSpPr>
          <p:cNvPr id="2541" name="Google Shape;2541;p47"/>
          <p:cNvSpPr/>
          <p:nvPr/>
        </p:nvSpPr>
        <p:spPr>
          <a:xfrm>
            <a:off x="476280" y="476280"/>
            <a:ext cx="819108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What is Rootless?</a:t>
            </a:r>
            <a:endParaRPr i="0" sz="3500" u="none" cap="none" strike="noStrike">
              <a:solidFill>
                <a:srgbClr val="000000"/>
              </a:solidFill>
              <a:latin typeface="Koulen"/>
              <a:ea typeface="Koulen"/>
              <a:cs typeface="Koulen"/>
              <a:sym typeface="Koulen"/>
            </a:endParaRPr>
          </a:p>
        </p:txBody>
      </p:sp>
      <p:sp>
        <p:nvSpPr>
          <p:cNvPr id="2542" name="Google Shape;2542;p47"/>
          <p:cNvSpPr/>
          <p:nvPr/>
        </p:nvSpPr>
        <p:spPr>
          <a:xfrm>
            <a:off x="476275" y="1259976"/>
            <a:ext cx="8191200" cy="3407100"/>
          </a:xfrm>
          <a:prstGeom prst="rect">
            <a:avLst/>
          </a:prstGeom>
          <a:noFill/>
          <a:ln>
            <a:noFill/>
          </a:ln>
        </p:spPr>
        <p:txBody>
          <a:bodyPr anchorCtr="0" anchor="t" bIns="45700" lIns="91425" spcFirstLastPara="1" rIns="91425" wrap="square" tIns="45700">
            <a:noAutofit/>
          </a:bodyPr>
          <a:lstStyle/>
          <a:p>
            <a:pPr indent="-336550" lvl="0" marL="457200" rtl="0" algn="l">
              <a:lnSpc>
                <a:spcPct val="150000"/>
              </a:lnSpc>
              <a:spcBef>
                <a:spcPts val="0"/>
              </a:spcBef>
              <a:spcAft>
                <a:spcPts val="0"/>
              </a:spcAft>
              <a:buClr>
                <a:schemeClr val="dk1"/>
              </a:buClr>
              <a:buSzPts val="1700"/>
              <a:buFont typeface="Noto Sans Symbols"/>
              <a:buChar char="-"/>
            </a:pPr>
            <a:r>
              <a:rPr lang="en" sz="1600">
                <a:latin typeface="Noto Sans Symbols"/>
                <a:ea typeface="Noto Sans Symbols"/>
                <a:cs typeface="Noto Sans Symbols"/>
                <a:sym typeface="Noto Sans Symbols"/>
              </a:rPr>
              <a:t>A mobile app that turns immigration research into a personalized action plan</a:t>
            </a:r>
            <a:endParaRPr sz="1600">
              <a:latin typeface="Noto Sans Symbols"/>
              <a:ea typeface="Noto Sans Symbols"/>
              <a:cs typeface="Noto Sans Symbols"/>
              <a:sym typeface="Noto Sans Symbols"/>
            </a:endParaRPr>
          </a:p>
          <a:p>
            <a:pPr indent="-336550" lvl="0" marL="457200" rtl="0" algn="l">
              <a:lnSpc>
                <a:spcPct val="150000"/>
              </a:lnSpc>
              <a:spcBef>
                <a:spcPts val="0"/>
              </a:spcBef>
              <a:spcAft>
                <a:spcPts val="0"/>
              </a:spcAft>
              <a:buClr>
                <a:schemeClr val="dk1"/>
              </a:buClr>
              <a:buSzPts val="1700"/>
              <a:buFont typeface="Noto Sans Symbols"/>
              <a:buChar char="-"/>
            </a:pPr>
            <a:r>
              <a:rPr lang="en" sz="1600">
                <a:latin typeface="Noto Sans Symbols"/>
                <a:ea typeface="Noto Sans Symbols"/>
                <a:cs typeface="Noto Sans Symbols"/>
                <a:sym typeface="Noto Sans Symbols"/>
              </a:rPr>
              <a:t>Enter your passport, destination, and relocation goal and Rootless handles the rest</a:t>
            </a:r>
            <a:endParaRPr sz="1600">
              <a:latin typeface="Noto Sans Symbols"/>
              <a:ea typeface="Noto Sans Symbols"/>
              <a:cs typeface="Noto Sans Symbols"/>
              <a:sym typeface="Noto Sans Symbols"/>
            </a:endParaRPr>
          </a:p>
          <a:p>
            <a:pPr indent="-336550" lvl="0" marL="457200" rtl="0" algn="l">
              <a:lnSpc>
                <a:spcPct val="150000"/>
              </a:lnSpc>
              <a:spcBef>
                <a:spcPts val="0"/>
              </a:spcBef>
              <a:spcAft>
                <a:spcPts val="0"/>
              </a:spcAft>
              <a:buClr>
                <a:schemeClr val="dk1"/>
              </a:buClr>
              <a:buSzPts val="1700"/>
              <a:buFont typeface="Noto Sans Symbols"/>
              <a:buChar char="-"/>
            </a:pPr>
            <a:r>
              <a:rPr lang="en" sz="1600">
                <a:latin typeface="Noto Sans Symbols"/>
                <a:ea typeface="Noto Sans Symbols"/>
                <a:cs typeface="Noto Sans Symbols"/>
                <a:sym typeface="Noto Sans Symbols"/>
              </a:rPr>
              <a:t>Filters and ranks visa options, then builds a step by step checklist with deadlines based on your arrival date</a:t>
            </a:r>
            <a:endParaRPr sz="1600">
              <a:latin typeface="Noto Sans Symbols"/>
              <a:ea typeface="Noto Sans Symbols"/>
              <a:cs typeface="Noto Sans Symbols"/>
              <a:sym typeface="Noto Sans Symbols"/>
            </a:endParaRPr>
          </a:p>
          <a:p>
            <a:pPr indent="-336550" lvl="0" marL="457200" rtl="0" algn="l">
              <a:lnSpc>
                <a:spcPct val="150000"/>
              </a:lnSpc>
              <a:spcBef>
                <a:spcPts val="0"/>
              </a:spcBef>
              <a:spcAft>
                <a:spcPts val="0"/>
              </a:spcAft>
              <a:buClr>
                <a:schemeClr val="dk1"/>
              </a:buClr>
              <a:buSzPts val="1700"/>
              <a:buFont typeface="Noto Sans Symbols"/>
              <a:buChar char="-"/>
            </a:pPr>
            <a:r>
              <a:rPr lang="en" sz="1600">
                <a:latin typeface="Noto Sans Symbols"/>
                <a:ea typeface="Noto Sans Symbols"/>
                <a:cs typeface="Noto Sans Symbols"/>
                <a:sym typeface="Noto Sans Symbols"/>
              </a:rPr>
              <a:t>Visa Life Planner sends alerts when life changes like a new job or marriage affect your status</a:t>
            </a:r>
            <a:endParaRPr sz="1600">
              <a:latin typeface="Noto Sans Symbols"/>
              <a:ea typeface="Noto Sans Symbols"/>
              <a:cs typeface="Noto Sans Symbols"/>
              <a:sym typeface="Noto Sans Symbols"/>
            </a:endParaRPr>
          </a:p>
          <a:p>
            <a:pPr indent="-336550" lvl="0" marL="457200" rtl="0" algn="l">
              <a:lnSpc>
                <a:spcPct val="150000"/>
              </a:lnSpc>
              <a:spcBef>
                <a:spcPts val="0"/>
              </a:spcBef>
              <a:spcAft>
                <a:spcPts val="0"/>
              </a:spcAft>
              <a:buClr>
                <a:schemeClr val="dk1"/>
              </a:buClr>
              <a:buSzPts val="1700"/>
              <a:buFont typeface="Noto Sans Symbols"/>
              <a:buChar char="-"/>
            </a:pPr>
            <a:r>
              <a:rPr lang="en" sz="1600">
                <a:latin typeface="Noto Sans Symbols"/>
                <a:ea typeface="Noto Sans Symbols"/>
                <a:cs typeface="Noto Sans Symbols"/>
                <a:sym typeface="Noto Sans Symbols"/>
              </a:rPr>
              <a:t>A guided relocation workflow from research to residency, not just a visa lookup tool</a:t>
            </a:r>
            <a:endParaRPr sz="1600">
              <a:latin typeface="Noto Sans Symbols"/>
              <a:ea typeface="Noto Sans Symbols"/>
              <a:cs typeface="Noto Sans Symbols"/>
              <a:sym typeface="Noto Sans Symbols"/>
            </a:endParaRPr>
          </a:p>
          <a:p>
            <a:pPr indent="0" lvl="0" marL="457200" marR="0" rtl="0" algn="l">
              <a:lnSpc>
                <a:spcPct val="150000"/>
              </a:lnSpc>
              <a:spcBef>
                <a:spcPts val="0"/>
              </a:spcBef>
              <a:spcAft>
                <a:spcPts val="0"/>
              </a:spcAft>
              <a:buNone/>
            </a:pPr>
            <a:r>
              <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6" name="Shape 2546"/>
        <p:cNvGrpSpPr/>
        <p:nvPr/>
      </p:nvGrpSpPr>
      <p:grpSpPr>
        <a:xfrm>
          <a:off x="0" y="0"/>
          <a:ext cx="0" cy="0"/>
          <a:chOff x="0" y="0"/>
          <a:chExt cx="0" cy="0"/>
        </a:xfrm>
      </p:grpSpPr>
      <p:sp>
        <p:nvSpPr>
          <p:cNvPr id="2547" name="Google Shape;2547;p48"/>
          <p:cNvSpPr/>
          <p:nvPr/>
        </p:nvSpPr>
        <p:spPr>
          <a:xfrm>
            <a:off x="793780" y="566980"/>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User Requirements</a:t>
            </a:r>
            <a:endParaRPr i="0" sz="3500" u="none" cap="none" strike="noStrike">
              <a:solidFill>
                <a:srgbClr val="000000"/>
              </a:solidFill>
              <a:latin typeface="Koulen"/>
              <a:ea typeface="Koulen"/>
              <a:cs typeface="Koulen"/>
              <a:sym typeface="Koulen"/>
            </a:endParaRPr>
          </a:p>
        </p:txBody>
      </p:sp>
      <p:pic>
        <p:nvPicPr>
          <p:cNvPr id="2548" name="Google Shape;2548;p48"/>
          <p:cNvPicPr preferRelativeResize="0"/>
          <p:nvPr/>
        </p:nvPicPr>
        <p:blipFill rotWithShape="1">
          <a:blip r:embed="rId3">
            <a:alphaModFix/>
          </a:blip>
          <a:srcRect b="1323" l="0" r="0" t="2124"/>
          <a:stretch/>
        </p:blipFill>
        <p:spPr>
          <a:xfrm>
            <a:off x="1317100" y="3074095"/>
            <a:ext cx="1219525" cy="1534518"/>
          </a:xfrm>
          <a:prstGeom prst="rect">
            <a:avLst/>
          </a:prstGeom>
          <a:noFill/>
          <a:ln>
            <a:noFill/>
          </a:ln>
        </p:spPr>
      </p:pic>
      <p:pic>
        <p:nvPicPr>
          <p:cNvPr id="2549" name="Google Shape;2549;p48"/>
          <p:cNvPicPr preferRelativeResize="0"/>
          <p:nvPr/>
        </p:nvPicPr>
        <p:blipFill rotWithShape="1">
          <a:blip r:embed="rId4">
            <a:alphaModFix/>
          </a:blip>
          <a:srcRect b="0" l="0" r="0" t="2239"/>
          <a:stretch/>
        </p:blipFill>
        <p:spPr>
          <a:xfrm>
            <a:off x="1371575" y="1252250"/>
            <a:ext cx="1219475" cy="1467325"/>
          </a:xfrm>
          <a:prstGeom prst="rect">
            <a:avLst/>
          </a:prstGeom>
          <a:noFill/>
          <a:ln>
            <a:noFill/>
          </a:ln>
        </p:spPr>
      </p:pic>
      <p:pic>
        <p:nvPicPr>
          <p:cNvPr id="2550" name="Google Shape;2550;p48" title="Screenshot 2026-04-12 at 2.11.40 AM.png"/>
          <p:cNvPicPr preferRelativeResize="0"/>
          <p:nvPr/>
        </p:nvPicPr>
        <p:blipFill rotWithShape="1">
          <a:blip r:embed="rId5">
            <a:alphaModFix/>
          </a:blip>
          <a:srcRect b="12095" l="6547" r="11513" t="5850"/>
          <a:stretch/>
        </p:blipFill>
        <p:spPr>
          <a:xfrm>
            <a:off x="3318490" y="1218650"/>
            <a:ext cx="1036835" cy="1534525"/>
          </a:xfrm>
          <a:prstGeom prst="rect">
            <a:avLst/>
          </a:prstGeom>
          <a:noFill/>
          <a:ln>
            <a:noFill/>
          </a:ln>
        </p:spPr>
      </p:pic>
      <p:pic>
        <p:nvPicPr>
          <p:cNvPr id="2551" name="Google Shape;2551;p48" title="Screenshot 2026-04-12 at 2.20.16 AM.png"/>
          <p:cNvPicPr preferRelativeResize="0"/>
          <p:nvPr/>
        </p:nvPicPr>
        <p:blipFill rotWithShape="1">
          <a:blip r:embed="rId6">
            <a:alphaModFix/>
          </a:blip>
          <a:srcRect b="2114" l="0" r="3531" t="0"/>
          <a:stretch/>
        </p:blipFill>
        <p:spPr>
          <a:xfrm>
            <a:off x="3287526" y="3075075"/>
            <a:ext cx="992600" cy="1664388"/>
          </a:xfrm>
          <a:prstGeom prst="rect">
            <a:avLst/>
          </a:prstGeom>
          <a:noFill/>
          <a:ln>
            <a:noFill/>
          </a:ln>
        </p:spPr>
      </p:pic>
      <p:pic>
        <p:nvPicPr>
          <p:cNvPr id="2552" name="Google Shape;2552;p48"/>
          <p:cNvPicPr preferRelativeResize="0"/>
          <p:nvPr/>
        </p:nvPicPr>
        <p:blipFill>
          <a:blip r:embed="rId7">
            <a:alphaModFix/>
          </a:blip>
          <a:stretch>
            <a:fillRect/>
          </a:stretch>
        </p:blipFill>
        <p:spPr>
          <a:xfrm>
            <a:off x="5109625" y="3107678"/>
            <a:ext cx="992606" cy="1467325"/>
          </a:xfrm>
          <a:prstGeom prst="rect">
            <a:avLst/>
          </a:prstGeom>
          <a:noFill/>
          <a:ln>
            <a:noFill/>
          </a:ln>
        </p:spPr>
      </p:pic>
      <p:pic>
        <p:nvPicPr>
          <p:cNvPr id="2553" name="Google Shape;2553;p48"/>
          <p:cNvPicPr preferRelativeResize="0"/>
          <p:nvPr/>
        </p:nvPicPr>
        <p:blipFill>
          <a:blip r:embed="rId8">
            <a:alphaModFix/>
          </a:blip>
          <a:stretch>
            <a:fillRect/>
          </a:stretch>
        </p:blipFill>
        <p:spPr>
          <a:xfrm>
            <a:off x="5082778" y="1220015"/>
            <a:ext cx="992600" cy="1531791"/>
          </a:xfrm>
          <a:prstGeom prst="rect">
            <a:avLst/>
          </a:prstGeom>
          <a:noFill/>
          <a:ln>
            <a:noFill/>
          </a:ln>
        </p:spPr>
      </p:pic>
      <p:pic>
        <p:nvPicPr>
          <p:cNvPr id="2554" name="Google Shape;2554;p48" title="Screenshot 2026-04-12 162333.png"/>
          <p:cNvPicPr preferRelativeResize="0"/>
          <p:nvPr/>
        </p:nvPicPr>
        <p:blipFill rotWithShape="1">
          <a:blip r:embed="rId9">
            <a:alphaModFix/>
          </a:blip>
          <a:srcRect b="22463" l="11345" r="10949" t="3720"/>
          <a:stretch/>
        </p:blipFill>
        <p:spPr>
          <a:xfrm>
            <a:off x="6927925" y="1163475"/>
            <a:ext cx="913975" cy="1748325"/>
          </a:xfrm>
          <a:prstGeom prst="rect">
            <a:avLst/>
          </a:prstGeom>
          <a:noFill/>
          <a:ln>
            <a:noFill/>
          </a:ln>
        </p:spPr>
      </p:pic>
      <p:pic>
        <p:nvPicPr>
          <p:cNvPr id="2555" name="Google Shape;2555;p48" title="Screenshot 2026-04-12 162402.png"/>
          <p:cNvPicPr preferRelativeResize="0"/>
          <p:nvPr/>
        </p:nvPicPr>
        <p:blipFill rotWithShape="1">
          <a:blip r:embed="rId10">
            <a:alphaModFix/>
          </a:blip>
          <a:srcRect b="26040" l="6301" r="6788" t="2501"/>
          <a:stretch/>
        </p:blipFill>
        <p:spPr>
          <a:xfrm>
            <a:off x="6947375" y="3165790"/>
            <a:ext cx="875075" cy="154181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9" name="Shape 2559"/>
        <p:cNvGrpSpPr/>
        <p:nvPr/>
      </p:nvGrpSpPr>
      <p:grpSpPr>
        <a:xfrm>
          <a:off x="0" y="0"/>
          <a:ext cx="0" cy="0"/>
          <a:chOff x="0" y="0"/>
          <a:chExt cx="0" cy="0"/>
        </a:xfrm>
      </p:grpSpPr>
      <p:sp>
        <p:nvSpPr>
          <p:cNvPr id="2560" name="Google Shape;2560;p49"/>
          <p:cNvSpPr/>
          <p:nvPr/>
        </p:nvSpPr>
        <p:spPr>
          <a:xfrm>
            <a:off x="476280" y="476280"/>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Use Case Diagram</a:t>
            </a:r>
            <a:endParaRPr i="0" sz="3500" u="none" cap="none" strike="noStrike">
              <a:solidFill>
                <a:srgbClr val="000000"/>
              </a:solidFill>
              <a:latin typeface="Koulen"/>
              <a:ea typeface="Koulen"/>
              <a:cs typeface="Koulen"/>
              <a:sym typeface="Koulen"/>
            </a:endParaRPr>
          </a:p>
        </p:txBody>
      </p:sp>
      <p:pic>
        <p:nvPicPr>
          <p:cNvPr id="2561" name="Google Shape;2561;p49"/>
          <p:cNvPicPr preferRelativeResize="0"/>
          <p:nvPr/>
        </p:nvPicPr>
        <p:blipFill>
          <a:blip r:embed="rId3">
            <a:alphaModFix/>
          </a:blip>
          <a:stretch>
            <a:fillRect/>
          </a:stretch>
        </p:blipFill>
        <p:spPr>
          <a:xfrm>
            <a:off x="877800" y="1062850"/>
            <a:ext cx="7422700" cy="40157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5" name="Shape 2565"/>
        <p:cNvGrpSpPr/>
        <p:nvPr/>
      </p:nvGrpSpPr>
      <p:grpSpPr>
        <a:xfrm>
          <a:off x="0" y="0"/>
          <a:ext cx="0" cy="0"/>
          <a:chOff x="0" y="0"/>
          <a:chExt cx="0" cy="0"/>
        </a:xfrm>
      </p:grpSpPr>
      <p:sp>
        <p:nvSpPr>
          <p:cNvPr id="2566" name="Google Shape;2566;p50"/>
          <p:cNvSpPr/>
          <p:nvPr/>
        </p:nvSpPr>
        <p:spPr>
          <a:xfrm>
            <a:off x="476280" y="583130"/>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Use Case: Upload and Store Documents </a:t>
            </a:r>
            <a:endParaRPr b="1" sz="3500">
              <a:solidFill>
                <a:schemeClr val="dk1"/>
              </a:solidFill>
              <a:latin typeface="Koulen"/>
              <a:ea typeface="Koulen"/>
              <a:cs typeface="Koulen"/>
              <a:sym typeface="Koulen"/>
            </a:endParaRPr>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sp>
        <p:nvSpPr>
          <p:cNvPr id="2567" name="Google Shape;2567;p50"/>
          <p:cNvSpPr/>
          <p:nvPr/>
        </p:nvSpPr>
        <p:spPr>
          <a:xfrm>
            <a:off x="476275" y="1205952"/>
            <a:ext cx="8191200" cy="881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 sz="1100">
                <a:latin typeface="Noto Sans Symbols"/>
                <a:ea typeface="Noto Sans Symbols"/>
                <a:cs typeface="Noto Sans Symbols"/>
                <a:sym typeface="Noto Sans Symbols"/>
              </a:rPr>
              <a:t>Description: </a:t>
            </a:r>
            <a:r>
              <a:rPr lang="en" sz="1100">
                <a:latin typeface="Noto Sans Symbols"/>
                <a:ea typeface="Noto Sans Symbols"/>
                <a:cs typeface="Noto Sans Symbols"/>
                <a:sym typeface="Noto Sans Symbols"/>
              </a:rPr>
              <a:t>A logged-in Registered User uploads documents to their secure document vault, assigns each a document type, optionally records an expiration date, and links the document to relevant checklist tasks. The system encrypts and stores the file. </a:t>
            </a:r>
            <a:endParaRPr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pic>
        <p:nvPicPr>
          <p:cNvPr id="2568" name="Google Shape;2568;p50"/>
          <p:cNvPicPr preferRelativeResize="0"/>
          <p:nvPr/>
        </p:nvPicPr>
        <p:blipFill>
          <a:blip r:embed="rId3">
            <a:alphaModFix/>
          </a:blip>
          <a:stretch>
            <a:fillRect/>
          </a:stretch>
        </p:blipFill>
        <p:spPr>
          <a:xfrm>
            <a:off x="570425" y="2438225"/>
            <a:ext cx="7053574" cy="2317300"/>
          </a:xfrm>
          <a:prstGeom prst="rect">
            <a:avLst/>
          </a:prstGeom>
          <a:noFill/>
          <a:ln>
            <a:noFill/>
          </a:ln>
        </p:spPr>
      </p:pic>
      <p:sp>
        <p:nvSpPr>
          <p:cNvPr id="2569" name="Google Shape;2569;p50"/>
          <p:cNvSpPr/>
          <p:nvPr/>
        </p:nvSpPr>
        <p:spPr>
          <a:xfrm>
            <a:off x="476400" y="2131202"/>
            <a:ext cx="8191200" cy="881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 sz="1100">
                <a:latin typeface="Noto Sans Symbols"/>
                <a:ea typeface="Noto Sans Symbols"/>
                <a:cs typeface="Noto Sans Symbols"/>
                <a:sym typeface="Noto Sans Symbols"/>
              </a:rPr>
              <a:t>Specification Elements:								</a:t>
            </a:r>
            <a:endParaRPr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3" name="Shape 2573"/>
        <p:cNvGrpSpPr/>
        <p:nvPr/>
      </p:nvGrpSpPr>
      <p:grpSpPr>
        <a:xfrm>
          <a:off x="0" y="0"/>
          <a:ext cx="0" cy="0"/>
          <a:chOff x="0" y="0"/>
          <a:chExt cx="0" cy="0"/>
        </a:xfrm>
      </p:grpSpPr>
      <p:sp>
        <p:nvSpPr>
          <p:cNvPr id="2574" name="Google Shape;2574;p51"/>
          <p:cNvSpPr/>
          <p:nvPr/>
        </p:nvSpPr>
        <p:spPr>
          <a:xfrm>
            <a:off x="476280" y="476280"/>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Use Case: Upload and Store Documents </a:t>
            </a:r>
            <a:endParaRPr b="1" sz="3500">
              <a:solidFill>
                <a:schemeClr val="dk1"/>
              </a:solidFill>
              <a:latin typeface="Koulen"/>
              <a:ea typeface="Koulen"/>
              <a:cs typeface="Koulen"/>
              <a:sym typeface="Koulen"/>
            </a:endParaRPr>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sp>
        <p:nvSpPr>
          <p:cNvPr id="2575" name="Google Shape;2575;p51"/>
          <p:cNvSpPr/>
          <p:nvPr/>
        </p:nvSpPr>
        <p:spPr>
          <a:xfrm>
            <a:off x="322825" y="1155625"/>
            <a:ext cx="3581100" cy="8811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b="1" lang="en" sz="1100">
                <a:latin typeface="Noto Sans Symbols"/>
                <a:ea typeface="Noto Sans Symbols"/>
                <a:cs typeface="Noto Sans Symbols"/>
                <a:sym typeface="Noto Sans Symbols"/>
              </a:rPr>
              <a:t>Sunny Day:</a:t>
            </a:r>
            <a:r>
              <a:rPr lang="en" sz="1100">
                <a:latin typeface="Noto Sans Symbols"/>
                <a:ea typeface="Noto Sans Symbols"/>
                <a:cs typeface="Noto Sans Symbols"/>
                <a:sym typeface="Noto Sans Symbols"/>
              </a:rPr>
              <a:t> User uploads passport scan and links to relevant checklist task</a:t>
            </a:r>
            <a:endParaRPr sz="11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sp>
        <p:nvSpPr>
          <p:cNvPr id="2576" name="Google Shape;2576;p51"/>
          <p:cNvSpPr/>
          <p:nvPr/>
        </p:nvSpPr>
        <p:spPr>
          <a:xfrm>
            <a:off x="4401500" y="1155625"/>
            <a:ext cx="3901800" cy="8811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b="1" lang="en" sz="1100">
                <a:latin typeface="Noto Sans Symbols"/>
                <a:ea typeface="Noto Sans Symbols"/>
                <a:cs typeface="Noto Sans Symbols"/>
                <a:sym typeface="Noto Sans Symbols"/>
              </a:rPr>
              <a:t>Rainy Day:</a:t>
            </a:r>
            <a:r>
              <a:rPr lang="en" sz="1100">
                <a:latin typeface="Noto Sans Symbols"/>
                <a:ea typeface="Noto Sans Symbols"/>
                <a:cs typeface="Noto Sans Symbols"/>
                <a:sym typeface="Noto Sans Symbols"/>
              </a:rPr>
              <a:t> User attempts to upload file of incorrect size</a:t>
            </a:r>
            <a:endParaRPr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pic>
        <p:nvPicPr>
          <p:cNvPr id="2577" name="Google Shape;2577;p51"/>
          <p:cNvPicPr preferRelativeResize="0"/>
          <p:nvPr/>
        </p:nvPicPr>
        <p:blipFill>
          <a:blip r:embed="rId3">
            <a:alphaModFix/>
          </a:blip>
          <a:stretch>
            <a:fillRect/>
          </a:stretch>
        </p:blipFill>
        <p:spPr>
          <a:xfrm>
            <a:off x="120450" y="1701075"/>
            <a:ext cx="4174449" cy="2493075"/>
          </a:xfrm>
          <a:prstGeom prst="rect">
            <a:avLst/>
          </a:prstGeom>
          <a:noFill/>
          <a:ln>
            <a:noFill/>
          </a:ln>
        </p:spPr>
      </p:pic>
      <p:pic>
        <p:nvPicPr>
          <p:cNvPr id="2578" name="Google Shape;2578;p51"/>
          <p:cNvPicPr preferRelativeResize="0"/>
          <p:nvPr/>
        </p:nvPicPr>
        <p:blipFill>
          <a:blip r:embed="rId4">
            <a:alphaModFix/>
          </a:blip>
          <a:stretch>
            <a:fillRect/>
          </a:stretch>
        </p:blipFill>
        <p:spPr>
          <a:xfrm>
            <a:off x="4446031" y="1698250"/>
            <a:ext cx="4322994" cy="14340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2" name="Shape 2582"/>
        <p:cNvGrpSpPr/>
        <p:nvPr/>
      </p:nvGrpSpPr>
      <p:grpSpPr>
        <a:xfrm>
          <a:off x="0" y="0"/>
          <a:ext cx="0" cy="0"/>
          <a:chOff x="0" y="0"/>
          <a:chExt cx="0" cy="0"/>
        </a:xfrm>
      </p:grpSpPr>
      <p:sp>
        <p:nvSpPr>
          <p:cNvPr id="2583" name="Google Shape;2583;p52"/>
          <p:cNvSpPr/>
          <p:nvPr/>
        </p:nvSpPr>
        <p:spPr>
          <a:xfrm>
            <a:off x="476280" y="476280"/>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Use Case: Upload and Store Documents </a:t>
            </a:r>
            <a:endParaRPr b="1" sz="3500">
              <a:solidFill>
                <a:schemeClr val="dk1"/>
              </a:solidFill>
              <a:latin typeface="Koulen"/>
              <a:ea typeface="Koulen"/>
              <a:cs typeface="Koulen"/>
              <a:sym typeface="Koulen"/>
            </a:endParaRPr>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sp>
        <p:nvSpPr>
          <p:cNvPr id="2584" name="Google Shape;2584;p52"/>
          <p:cNvSpPr/>
          <p:nvPr/>
        </p:nvSpPr>
        <p:spPr>
          <a:xfrm>
            <a:off x="476275" y="1259652"/>
            <a:ext cx="8191200" cy="881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 sz="1100">
                <a:latin typeface="Noto Sans Symbols"/>
                <a:ea typeface="Noto Sans Symbols"/>
                <a:cs typeface="Noto Sans Symbols"/>
                <a:sym typeface="Noto Sans Symbols"/>
              </a:rPr>
              <a:t>Activity Diagram:</a:t>
            </a:r>
            <a:endParaRPr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pic>
        <p:nvPicPr>
          <p:cNvPr id="2585" name="Google Shape;2585;p52"/>
          <p:cNvPicPr preferRelativeResize="0"/>
          <p:nvPr/>
        </p:nvPicPr>
        <p:blipFill>
          <a:blip r:embed="rId3">
            <a:alphaModFix/>
          </a:blip>
          <a:stretch>
            <a:fillRect/>
          </a:stretch>
        </p:blipFill>
        <p:spPr>
          <a:xfrm>
            <a:off x="2721937" y="1175400"/>
            <a:ext cx="3700126" cy="3809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9" name="Shape 2589"/>
        <p:cNvGrpSpPr/>
        <p:nvPr/>
      </p:nvGrpSpPr>
      <p:grpSpPr>
        <a:xfrm>
          <a:off x="0" y="0"/>
          <a:ext cx="0" cy="0"/>
          <a:chOff x="0" y="0"/>
          <a:chExt cx="0" cy="0"/>
        </a:xfrm>
      </p:grpSpPr>
      <p:sp>
        <p:nvSpPr>
          <p:cNvPr id="2590" name="Google Shape;2590;p53"/>
          <p:cNvSpPr/>
          <p:nvPr/>
        </p:nvSpPr>
        <p:spPr>
          <a:xfrm>
            <a:off x="476280" y="476280"/>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Use Case: Receive Deadline Notifications</a:t>
            </a:r>
            <a:endParaRPr b="1" sz="3500">
              <a:solidFill>
                <a:schemeClr val="dk1"/>
              </a:solidFill>
              <a:latin typeface="Koulen"/>
              <a:ea typeface="Koulen"/>
              <a:cs typeface="Koulen"/>
              <a:sym typeface="Koulen"/>
            </a:endParaRPr>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sp>
        <p:nvSpPr>
          <p:cNvPr id="2591" name="Google Shape;2591;p53"/>
          <p:cNvSpPr/>
          <p:nvPr/>
        </p:nvSpPr>
        <p:spPr>
          <a:xfrm>
            <a:off x="476275" y="1098502"/>
            <a:ext cx="8191200" cy="881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 sz="1100">
                <a:latin typeface="Noto Sans Symbols"/>
                <a:ea typeface="Noto Sans Symbols"/>
                <a:cs typeface="Noto Sans Symbols"/>
                <a:sym typeface="Noto Sans Symbols"/>
              </a:rPr>
              <a:t>Description: </a:t>
            </a:r>
            <a:r>
              <a:rPr lang="en" sz="1100">
                <a:latin typeface="Noto Sans Symbols"/>
                <a:ea typeface="Noto Sans Symbols"/>
                <a:cs typeface="Noto Sans Symbols"/>
                <a:sym typeface="Noto Sans Symbols"/>
              </a:rPr>
              <a:t>The system identifies upcoming task deadlines and expiring documents within each registered user's configured notification window and sends reminders through the method the registered user chose. This use case includes Manage Notification Preferences and extends Track Checklist Progress.</a:t>
            </a:r>
            <a:endParaRPr sz="11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b="1"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sp>
        <p:nvSpPr>
          <p:cNvPr id="2592" name="Google Shape;2592;p53"/>
          <p:cNvSpPr/>
          <p:nvPr/>
        </p:nvSpPr>
        <p:spPr>
          <a:xfrm>
            <a:off x="476275" y="2034127"/>
            <a:ext cx="8191200" cy="881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 sz="1100">
                <a:latin typeface="Noto Sans Symbols"/>
                <a:ea typeface="Noto Sans Symbols"/>
                <a:cs typeface="Noto Sans Symbols"/>
                <a:sym typeface="Noto Sans Symbols"/>
              </a:rPr>
              <a:t>Specification Elements:								</a:t>
            </a:r>
            <a:endParaRPr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pic>
        <p:nvPicPr>
          <p:cNvPr id="2593" name="Google Shape;2593;p53"/>
          <p:cNvPicPr preferRelativeResize="0"/>
          <p:nvPr/>
        </p:nvPicPr>
        <p:blipFill>
          <a:blip r:embed="rId3">
            <a:alphaModFix/>
          </a:blip>
          <a:stretch>
            <a:fillRect/>
          </a:stretch>
        </p:blipFill>
        <p:spPr>
          <a:xfrm>
            <a:off x="584400" y="2322500"/>
            <a:ext cx="6649425" cy="23017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7" name="Shape 2597"/>
        <p:cNvGrpSpPr/>
        <p:nvPr/>
      </p:nvGrpSpPr>
      <p:grpSpPr>
        <a:xfrm>
          <a:off x="0" y="0"/>
          <a:ext cx="0" cy="0"/>
          <a:chOff x="0" y="0"/>
          <a:chExt cx="0" cy="0"/>
        </a:xfrm>
      </p:grpSpPr>
      <p:sp>
        <p:nvSpPr>
          <p:cNvPr id="2598" name="Google Shape;2598;p54"/>
          <p:cNvSpPr/>
          <p:nvPr/>
        </p:nvSpPr>
        <p:spPr>
          <a:xfrm>
            <a:off x="476280" y="476280"/>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Use Case: Receive Deadline Notifications</a:t>
            </a:r>
            <a:endParaRPr b="1" sz="3500">
              <a:solidFill>
                <a:schemeClr val="dk1"/>
              </a:solidFill>
              <a:latin typeface="Koulen"/>
              <a:ea typeface="Koulen"/>
              <a:cs typeface="Koulen"/>
              <a:sym typeface="Koulen"/>
            </a:endParaRPr>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sp>
        <p:nvSpPr>
          <p:cNvPr id="2599" name="Google Shape;2599;p54"/>
          <p:cNvSpPr/>
          <p:nvPr/>
        </p:nvSpPr>
        <p:spPr>
          <a:xfrm>
            <a:off x="233825" y="1320875"/>
            <a:ext cx="3581100" cy="5931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b="1" lang="en" sz="1100">
                <a:latin typeface="Noto Sans Symbols"/>
                <a:ea typeface="Noto Sans Symbols"/>
                <a:cs typeface="Noto Sans Symbols"/>
                <a:sym typeface="Noto Sans Symbols"/>
              </a:rPr>
              <a:t>Sunny Day: </a:t>
            </a:r>
            <a:r>
              <a:rPr lang="en" sz="1100">
                <a:latin typeface="Noto Sans Symbols"/>
                <a:ea typeface="Noto Sans Symbols"/>
                <a:cs typeface="Noto Sans Symbols"/>
                <a:sym typeface="Noto Sans Symbols"/>
              </a:rPr>
              <a:t>System sends deadline reminder to user.</a:t>
            </a:r>
            <a:endParaRPr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rPr lang="en" sz="1100">
                <a:latin typeface="Noto Sans Symbols"/>
                <a:ea typeface="Noto Sans Symbols"/>
                <a:cs typeface="Noto Sans Symbols"/>
                <a:sym typeface="Noto Sans Symbols"/>
              </a:rPr>
              <a:t> </a:t>
            </a:r>
            <a:endParaRPr sz="11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sp>
        <p:nvSpPr>
          <p:cNvPr id="2600" name="Google Shape;2600;p54"/>
          <p:cNvSpPr/>
          <p:nvPr/>
        </p:nvSpPr>
        <p:spPr>
          <a:xfrm>
            <a:off x="4572000" y="1320875"/>
            <a:ext cx="3901800" cy="5319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b="1" lang="en" sz="1100">
                <a:latin typeface="Noto Sans Symbols"/>
                <a:ea typeface="Noto Sans Symbols"/>
                <a:cs typeface="Noto Sans Symbols"/>
                <a:sym typeface="Noto Sans Symbols"/>
              </a:rPr>
              <a:t>Rainy Day:</a:t>
            </a:r>
            <a:r>
              <a:rPr lang="en" sz="1100">
                <a:latin typeface="Noto Sans Symbols"/>
                <a:ea typeface="Noto Sans Symbols"/>
                <a:cs typeface="Noto Sans Symbols"/>
                <a:sym typeface="Noto Sans Symbols"/>
              </a:rPr>
              <a:t> Notification service is unavailable when reminder should be sent.</a:t>
            </a:r>
            <a:endParaRPr b="1"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pic>
        <p:nvPicPr>
          <p:cNvPr id="2601" name="Google Shape;2601;p54"/>
          <p:cNvPicPr preferRelativeResize="0"/>
          <p:nvPr/>
        </p:nvPicPr>
        <p:blipFill>
          <a:blip r:embed="rId3">
            <a:alphaModFix/>
          </a:blip>
          <a:stretch>
            <a:fillRect/>
          </a:stretch>
        </p:blipFill>
        <p:spPr>
          <a:xfrm>
            <a:off x="116750" y="1883385"/>
            <a:ext cx="4376600" cy="2041015"/>
          </a:xfrm>
          <a:prstGeom prst="rect">
            <a:avLst/>
          </a:prstGeom>
          <a:noFill/>
          <a:ln>
            <a:noFill/>
          </a:ln>
        </p:spPr>
      </p:pic>
      <p:pic>
        <p:nvPicPr>
          <p:cNvPr id="2602" name="Google Shape;2602;p54"/>
          <p:cNvPicPr preferRelativeResize="0"/>
          <p:nvPr/>
        </p:nvPicPr>
        <p:blipFill>
          <a:blip r:embed="rId4">
            <a:alphaModFix/>
          </a:blip>
          <a:stretch>
            <a:fillRect/>
          </a:stretch>
        </p:blipFill>
        <p:spPr>
          <a:xfrm>
            <a:off x="4572000" y="1883375"/>
            <a:ext cx="4463750" cy="1609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6" name="Shape 2606"/>
        <p:cNvGrpSpPr/>
        <p:nvPr/>
      </p:nvGrpSpPr>
      <p:grpSpPr>
        <a:xfrm>
          <a:off x="0" y="0"/>
          <a:ext cx="0" cy="0"/>
          <a:chOff x="0" y="0"/>
          <a:chExt cx="0" cy="0"/>
        </a:xfrm>
      </p:grpSpPr>
      <p:sp>
        <p:nvSpPr>
          <p:cNvPr id="2607" name="Google Shape;2607;p55"/>
          <p:cNvSpPr/>
          <p:nvPr/>
        </p:nvSpPr>
        <p:spPr>
          <a:xfrm>
            <a:off x="476280" y="476280"/>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Use Case: Upload and Store Documents </a:t>
            </a:r>
            <a:endParaRPr b="1" sz="3500">
              <a:solidFill>
                <a:schemeClr val="dk1"/>
              </a:solidFill>
              <a:latin typeface="Koulen"/>
              <a:ea typeface="Koulen"/>
              <a:cs typeface="Koulen"/>
              <a:sym typeface="Koulen"/>
            </a:endParaRPr>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sp>
        <p:nvSpPr>
          <p:cNvPr id="2608" name="Google Shape;2608;p55"/>
          <p:cNvSpPr/>
          <p:nvPr/>
        </p:nvSpPr>
        <p:spPr>
          <a:xfrm>
            <a:off x="112100" y="1259652"/>
            <a:ext cx="8191200" cy="881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 sz="1100">
                <a:latin typeface="Noto Sans Symbols"/>
                <a:ea typeface="Noto Sans Symbols"/>
                <a:cs typeface="Noto Sans Symbols"/>
                <a:sym typeface="Noto Sans Symbols"/>
              </a:rPr>
              <a:t>Activity Diagram:</a:t>
            </a:r>
            <a:endParaRPr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pic>
        <p:nvPicPr>
          <p:cNvPr id="2609" name="Google Shape;2609;p55"/>
          <p:cNvPicPr preferRelativeResize="0"/>
          <p:nvPr/>
        </p:nvPicPr>
        <p:blipFill rotWithShape="1">
          <a:blip r:embed="rId3">
            <a:alphaModFix/>
          </a:blip>
          <a:srcRect b="43602" l="0" r="0" t="0"/>
          <a:stretch/>
        </p:blipFill>
        <p:spPr>
          <a:xfrm>
            <a:off x="1659177" y="1259638"/>
            <a:ext cx="3141450" cy="3447300"/>
          </a:xfrm>
          <a:prstGeom prst="rect">
            <a:avLst/>
          </a:prstGeom>
          <a:noFill/>
          <a:ln>
            <a:noFill/>
          </a:ln>
        </p:spPr>
      </p:pic>
      <p:pic>
        <p:nvPicPr>
          <p:cNvPr id="2610" name="Google Shape;2610;p55"/>
          <p:cNvPicPr preferRelativeResize="0"/>
          <p:nvPr/>
        </p:nvPicPr>
        <p:blipFill rotWithShape="1">
          <a:blip r:embed="rId3">
            <a:alphaModFix/>
          </a:blip>
          <a:srcRect b="0" l="0" r="0" t="52447"/>
          <a:stretch/>
        </p:blipFill>
        <p:spPr>
          <a:xfrm>
            <a:off x="4861525" y="1259639"/>
            <a:ext cx="3441775" cy="318448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4" name="Shape 2614"/>
        <p:cNvGrpSpPr/>
        <p:nvPr/>
      </p:nvGrpSpPr>
      <p:grpSpPr>
        <a:xfrm>
          <a:off x="0" y="0"/>
          <a:ext cx="0" cy="0"/>
          <a:chOff x="0" y="0"/>
          <a:chExt cx="0" cy="0"/>
        </a:xfrm>
      </p:grpSpPr>
      <p:sp>
        <p:nvSpPr>
          <p:cNvPr id="2615" name="Google Shape;2615;p56"/>
          <p:cNvSpPr/>
          <p:nvPr/>
        </p:nvSpPr>
        <p:spPr>
          <a:xfrm>
            <a:off x="565825" y="554225"/>
            <a:ext cx="8335800" cy="483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2300">
                <a:solidFill>
                  <a:schemeClr val="dk1"/>
                </a:solidFill>
                <a:latin typeface="Koulen"/>
                <a:ea typeface="Koulen"/>
                <a:cs typeface="Koulen"/>
                <a:sym typeface="Koulen"/>
              </a:rPr>
              <a:t>Use CASE: Generate personalized plan FOR SELECTED COUNTRY &amp; VISA</a:t>
            </a:r>
            <a:endParaRPr sz="200"/>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sp>
        <p:nvSpPr>
          <p:cNvPr id="2616" name="Google Shape;2616;p56"/>
          <p:cNvSpPr/>
          <p:nvPr/>
        </p:nvSpPr>
        <p:spPr>
          <a:xfrm>
            <a:off x="476275" y="1229927"/>
            <a:ext cx="8191200" cy="3437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t/>
            </a:r>
            <a:endParaRPr b="0" i="0" sz="1200" u="none" cap="none" strike="noStrike">
              <a:solidFill>
                <a:srgbClr val="000000"/>
              </a:solidFill>
              <a:latin typeface="Noto Sans Symbols"/>
              <a:ea typeface="Noto Sans Symbols"/>
              <a:cs typeface="Noto Sans Symbols"/>
              <a:sym typeface="Noto Sans Symbols"/>
            </a:endParaRPr>
          </a:p>
        </p:txBody>
      </p:sp>
      <p:pic>
        <p:nvPicPr>
          <p:cNvPr id="2617" name="Google Shape;2617;p56" title="Screenshot 2026-04-12 at 1.40.34 AM.png"/>
          <p:cNvPicPr preferRelativeResize="0"/>
          <p:nvPr/>
        </p:nvPicPr>
        <p:blipFill>
          <a:blip r:embed="rId3">
            <a:alphaModFix/>
          </a:blip>
          <a:stretch>
            <a:fillRect/>
          </a:stretch>
        </p:blipFill>
        <p:spPr>
          <a:xfrm>
            <a:off x="814100" y="1756400"/>
            <a:ext cx="8042348" cy="230509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1" name="Shape 2621"/>
        <p:cNvGrpSpPr/>
        <p:nvPr/>
      </p:nvGrpSpPr>
      <p:grpSpPr>
        <a:xfrm>
          <a:off x="0" y="0"/>
          <a:ext cx="0" cy="0"/>
          <a:chOff x="0" y="0"/>
          <a:chExt cx="0" cy="0"/>
        </a:xfrm>
      </p:grpSpPr>
      <p:sp>
        <p:nvSpPr>
          <p:cNvPr id="2622" name="Google Shape;2622;p57"/>
          <p:cNvSpPr/>
          <p:nvPr/>
        </p:nvSpPr>
        <p:spPr>
          <a:xfrm>
            <a:off x="565825" y="554225"/>
            <a:ext cx="8335800" cy="483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2300">
                <a:solidFill>
                  <a:schemeClr val="dk1"/>
                </a:solidFill>
                <a:latin typeface="Koulen"/>
                <a:ea typeface="Koulen"/>
                <a:cs typeface="Koulen"/>
                <a:sym typeface="Koulen"/>
              </a:rPr>
              <a:t>Use CASE: Generate personalized plan FOR SELECTED COUNTRY &amp; VISA</a:t>
            </a:r>
            <a:endParaRPr sz="200"/>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pic>
        <p:nvPicPr>
          <p:cNvPr id="2623" name="Google Shape;2623;p57" title="Screenshot 2026-04-12 at 1.43.12 AM.png"/>
          <p:cNvPicPr preferRelativeResize="0"/>
          <p:nvPr/>
        </p:nvPicPr>
        <p:blipFill>
          <a:blip r:embed="rId3">
            <a:alphaModFix/>
          </a:blip>
          <a:stretch>
            <a:fillRect/>
          </a:stretch>
        </p:blipFill>
        <p:spPr>
          <a:xfrm>
            <a:off x="611575" y="1703800"/>
            <a:ext cx="4190999" cy="2075100"/>
          </a:xfrm>
          <a:prstGeom prst="rect">
            <a:avLst/>
          </a:prstGeom>
          <a:noFill/>
          <a:ln>
            <a:noFill/>
          </a:ln>
        </p:spPr>
      </p:pic>
      <p:pic>
        <p:nvPicPr>
          <p:cNvPr id="2624" name="Google Shape;2624;p57" title="Screenshot 2026-04-12 at 1.46.43 AM.png"/>
          <p:cNvPicPr preferRelativeResize="0"/>
          <p:nvPr/>
        </p:nvPicPr>
        <p:blipFill>
          <a:blip r:embed="rId4">
            <a:alphaModFix/>
          </a:blip>
          <a:stretch>
            <a:fillRect/>
          </a:stretch>
        </p:blipFill>
        <p:spPr>
          <a:xfrm>
            <a:off x="5105275" y="1703800"/>
            <a:ext cx="3529401" cy="1948851"/>
          </a:xfrm>
          <a:prstGeom prst="rect">
            <a:avLst/>
          </a:prstGeom>
          <a:noFill/>
          <a:ln>
            <a:noFill/>
          </a:ln>
        </p:spPr>
      </p:pic>
      <p:sp>
        <p:nvSpPr>
          <p:cNvPr id="2625" name="Google Shape;2625;p57"/>
          <p:cNvSpPr txBox="1"/>
          <p:nvPr/>
        </p:nvSpPr>
        <p:spPr>
          <a:xfrm>
            <a:off x="611575" y="3837850"/>
            <a:ext cx="2040900" cy="35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Noto Sans Symbols"/>
                <a:ea typeface="Noto Sans Symbols"/>
                <a:cs typeface="Noto Sans Symbols"/>
                <a:sym typeface="Noto Sans Symbols"/>
              </a:rPr>
              <a:t>Sunny Day</a:t>
            </a:r>
            <a:endParaRPr>
              <a:latin typeface="Noto Sans Symbols"/>
              <a:ea typeface="Noto Sans Symbols"/>
              <a:cs typeface="Noto Sans Symbols"/>
              <a:sym typeface="Noto Sans Symbols"/>
            </a:endParaRPr>
          </a:p>
        </p:txBody>
      </p:sp>
      <p:sp>
        <p:nvSpPr>
          <p:cNvPr id="2626" name="Google Shape;2626;p57"/>
          <p:cNvSpPr txBox="1"/>
          <p:nvPr/>
        </p:nvSpPr>
        <p:spPr>
          <a:xfrm>
            <a:off x="5105275" y="3837850"/>
            <a:ext cx="1711500" cy="35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Noto Sans Symbols"/>
                <a:ea typeface="Noto Sans Symbols"/>
                <a:cs typeface="Noto Sans Symbols"/>
                <a:sym typeface="Noto Sans Symbols"/>
              </a:rPr>
              <a:t>Rainy Day</a:t>
            </a:r>
            <a:endParaRPr>
              <a:latin typeface="Noto Sans Symbols"/>
              <a:ea typeface="Noto Sans Symbols"/>
              <a:cs typeface="Noto Sans Symbols"/>
              <a:sym typeface="Noto Sans Symbols"/>
            </a:endParaRPr>
          </a:p>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0" name="Shape 2630"/>
        <p:cNvGrpSpPr/>
        <p:nvPr/>
      </p:nvGrpSpPr>
      <p:grpSpPr>
        <a:xfrm>
          <a:off x="0" y="0"/>
          <a:ext cx="0" cy="0"/>
          <a:chOff x="0" y="0"/>
          <a:chExt cx="0" cy="0"/>
        </a:xfrm>
      </p:grpSpPr>
      <p:sp>
        <p:nvSpPr>
          <p:cNvPr id="2631" name="Google Shape;2631;p58"/>
          <p:cNvSpPr/>
          <p:nvPr/>
        </p:nvSpPr>
        <p:spPr>
          <a:xfrm>
            <a:off x="565825" y="554225"/>
            <a:ext cx="8335800" cy="483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2300">
                <a:solidFill>
                  <a:schemeClr val="dk1"/>
                </a:solidFill>
                <a:latin typeface="Koulen"/>
                <a:ea typeface="Koulen"/>
                <a:cs typeface="Koulen"/>
                <a:sym typeface="Koulen"/>
              </a:rPr>
              <a:t>Use CASE: Generate personalized plan FOR SELECTED COUNTRY &amp; VISA</a:t>
            </a:r>
            <a:endParaRPr sz="200"/>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pic>
        <p:nvPicPr>
          <p:cNvPr id="2632" name="Google Shape;2632;p58" title="Screenshot 2026-04-12 at 1.50.40 AM.png"/>
          <p:cNvPicPr preferRelativeResize="0"/>
          <p:nvPr/>
        </p:nvPicPr>
        <p:blipFill>
          <a:blip r:embed="rId3">
            <a:alphaModFix/>
          </a:blip>
          <a:stretch>
            <a:fillRect/>
          </a:stretch>
        </p:blipFill>
        <p:spPr>
          <a:xfrm>
            <a:off x="3368863" y="1037225"/>
            <a:ext cx="2406275" cy="3829174"/>
          </a:xfrm>
          <a:prstGeom prst="rect">
            <a:avLst/>
          </a:prstGeom>
          <a:noFill/>
          <a:ln>
            <a:noFill/>
          </a:ln>
        </p:spPr>
      </p:pic>
      <p:sp>
        <p:nvSpPr>
          <p:cNvPr id="2633" name="Google Shape;2633;p58"/>
          <p:cNvSpPr/>
          <p:nvPr/>
        </p:nvSpPr>
        <p:spPr>
          <a:xfrm>
            <a:off x="476275" y="1259652"/>
            <a:ext cx="8191200" cy="881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 sz="1100">
                <a:latin typeface="Noto Sans Symbols"/>
                <a:ea typeface="Noto Sans Symbols"/>
                <a:cs typeface="Noto Sans Symbols"/>
                <a:sym typeface="Noto Sans Symbols"/>
              </a:rPr>
              <a:t>Activity Diagram:</a:t>
            </a:r>
            <a:endParaRPr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7" name="Shape 2637"/>
        <p:cNvGrpSpPr/>
        <p:nvPr/>
      </p:nvGrpSpPr>
      <p:grpSpPr>
        <a:xfrm>
          <a:off x="0" y="0"/>
          <a:ext cx="0" cy="0"/>
          <a:chOff x="0" y="0"/>
          <a:chExt cx="0" cy="0"/>
        </a:xfrm>
      </p:grpSpPr>
      <p:sp>
        <p:nvSpPr>
          <p:cNvPr id="2638" name="Google Shape;2638;p59"/>
          <p:cNvSpPr/>
          <p:nvPr/>
        </p:nvSpPr>
        <p:spPr>
          <a:xfrm>
            <a:off x="710557" y="554230"/>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Use CASE: Track checklist progress</a:t>
            </a:r>
            <a:endParaRPr b="1" sz="3500">
              <a:solidFill>
                <a:schemeClr val="dk1"/>
              </a:solidFill>
              <a:latin typeface="Koulen"/>
              <a:ea typeface="Koulen"/>
              <a:cs typeface="Koulen"/>
              <a:sym typeface="Koulen"/>
            </a:endParaRPr>
          </a:p>
        </p:txBody>
      </p:sp>
      <p:pic>
        <p:nvPicPr>
          <p:cNvPr id="2639" name="Google Shape;2639;p59" title="Screenshot 2026-04-12 at 1.55.25 AM.png"/>
          <p:cNvPicPr preferRelativeResize="0"/>
          <p:nvPr/>
        </p:nvPicPr>
        <p:blipFill>
          <a:blip r:embed="rId3">
            <a:alphaModFix/>
          </a:blip>
          <a:stretch>
            <a:fillRect/>
          </a:stretch>
        </p:blipFill>
        <p:spPr>
          <a:xfrm>
            <a:off x="564775" y="1570650"/>
            <a:ext cx="8289577" cy="21452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3" name="Shape 2643"/>
        <p:cNvGrpSpPr/>
        <p:nvPr/>
      </p:nvGrpSpPr>
      <p:grpSpPr>
        <a:xfrm>
          <a:off x="0" y="0"/>
          <a:ext cx="0" cy="0"/>
          <a:chOff x="0" y="0"/>
          <a:chExt cx="0" cy="0"/>
        </a:xfrm>
      </p:grpSpPr>
      <p:sp>
        <p:nvSpPr>
          <p:cNvPr id="2644" name="Google Shape;2644;p60"/>
          <p:cNvSpPr/>
          <p:nvPr/>
        </p:nvSpPr>
        <p:spPr>
          <a:xfrm>
            <a:off x="710557" y="554230"/>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Use CASE: Track checklist progress</a:t>
            </a:r>
            <a:endParaRPr b="1" sz="3500">
              <a:solidFill>
                <a:schemeClr val="dk1"/>
              </a:solidFill>
              <a:latin typeface="Koulen"/>
              <a:ea typeface="Koulen"/>
              <a:cs typeface="Koulen"/>
              <a:sym typeface="Koulen"/>
            </a:endParaRPr>
          </a:p>
        </p:txBody>
      </p:sp>
      <p:pic>
        <p:nvPicPr>
          <p:cNvPr id="2645" name="Google Shape;2645;p60" title="Screenshot 2026-04-12 at 1.56.02 AM.png"/>
          <p:cNvPicPr preferRelativeResize="0"/>
          <p:nvPr/>
        </p:nvPicPr>
        <p:blipFill>
          <a:blip r:embed="rId3">
            <a:alphaModFix/>
          </a:blip>
          <a:stretch>
            <a:fillRect/>
          </a:stretch>
        </p:blipFill>
        <p:spPr>
          <a:xfrm>
            <a:off x="457125" y="1742725"/>
            <a:ext cx="4158975" cy="1658041"/>
          </a:xfrm>
          <a:prstGeom prst="rect">
            <a:avLst/>
          </a:prstGeom>
          <a:noFill/>
          <a:ln>
            <a:noFill/>
          </a:ln>
        </p:spPr>
      </p:pic>
      <p:sp>
        <p:nvSpPr>
          <p:cNvPr id="2646" name="Google Shape;2646;p60"/>
          <p:cNvSpPr txBox="1"/>
          <p:nvPr/>
        </p:nvSpPr>
        <p:spPr>
          <a:xfrm>
            <a:off x="457125" y="3504325"/>
            <a:ext cx="17463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Noto Sans Symbols"/>
                <a:ea typeface="Noto Sans Symbols"/>
                <a:cs typeface="Noto Sans Symbols"/>
                <a:sym typeface="Noto Sans Symbols"/>
              </a:rPr>
              <a:t>Sunny Day</a:t>
            </a:r>
            <a:endParaRPr>
              <a:latin typeface="Noto Sans Symbols"/>
              <a:ea typeface="Noto Sans Symbols"/>
              <a:cs typeface="Noto Sans Symbols"/>
              <a:sym typeface="Noto Sans Symbols"/>
            </a:endParaRPr>
          </a:p>
        </p:txBody>
      </p:sp>
      <p:pic>
        <p:nvPicPr>
          <p:cNvPr id="2647" name="Google Shape;2647;p60" title="Screenshot 2026-04-12 at 1.57.38 AM.png"/>
          <p:cNvPicPr preferRelativeResize="0"/>
          <p:nvPr/>
        </p:nvPicPr>
        <p:blipFill>
          <a:blip r:embed="rId4">
            <a:alphaModFix/>
          </a:blip>
          <a:stretch>
            <a:fillRect/>
          </a:stretch>
        </p:blipFill>
        <p:spPr>
          <a:xfrm>
            <a:off x="4777325" y="1605905"/>
            <a:ext cx="4223101" cy="2330651"/>
          </a:xfrm>
          <a:prstGeom prst="rect">
            <a:avLst/>
          </a:prstGeom>
          <a:noFill/>
          <a:ln>
            <a:noFill/>
          </a:ln>
        </p:spPr>
      </p:pic>
      <p:sp>
        <p:nvSpPr>
          <p:cNvPr id="2648" name="Google Shape;2648;p60"/>
          <p:cNvSpPr txBox="1"/>
          <p:nvPr/>
        </p:nvSpPr>
        <p:spPr>
          <a:xfrm>
            <a:off x="4777325" y="3980525"/>
            <a:ext cx="17109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Noto Sans Symbols"/>
                <a:ea typeface="Noto Sans Symbols"/>
                <a:cs typeface="Noto Sans Symbols"/>
                <a:sym typeface="Noto Sans Symbols"/>
              </a:rPr>
              <a:t>Rainy Day</a:t>
            </a:r>
            <a:endParaRPr>
              <a:latin typeface="Noto Sans Symbols"/>
              <a:ea typeface="Noto Sans Symbols"/>
              <a:cs typeface="Noto Sans Symbols"/>
              <a:sym typeface="Noto Sans Symbols"/>
            </a:endParaRPr>
          </a:p>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2" name="Shape 2652"/>
        <p:cNvGrpSpPr/>
        <p:nvPr/>
      </p:nvGrpSpPr>
      <p:grpSpPr>
        <a:xfrm>
          <a:off x="0" y="0"/>
          <a:ext cx="0" cy="0"/>
          <a:chOff x="0" y="0"/>
          <a:chExt cx="0" cy="0"/>
        </a:xfrm>
      </p:grpSpPr>
      <p:sp>
        <p:nvSpPr>
          <p:cNvPr id="2653" name="Google Shape;2653;p61"/>
          <p:cNvSpPr/>
          <p:nvPr/>
        </p:nvSpPr>
        <p:spPr>
          <a:xfrm>
            <a:off x="710557" y="554230"/>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Use CASE: Track checklist progress</a:t>
            </a:r>
            <a:endParaRPr b="1" sz="3500">
              <a:solidFill>
                <a:schemeClr val="dk1"/>
              </a:solidFill>
              <a:latin typeface="Koulen"/>
              <a:ea typeface="Koulen"/>
              <a:cs typeface="Koulen"/>
              <a:sym typeface="Koulen"/>
            </a:endParaRPr>
          </a:p>
        </p:txBody>
      </p:sp>
      <p:pic>
        <p:nvPicPr>
          <p:cNvPr id="2654" name="Google Shape;2654;p61" title="Screenshot 2026-04-12 at 2.00.33 AM.png"/>
          <p:cNvPicPr preferRelativeResize="0"/>
          <p:nvPr/>
        </p:nvPicPr>
        <p:blipFill>
          <a:blip r:embed="rId3">
            <a:alphaModFix/>
          </a:blip>
          <a:stretch>
            <a:fillRect/>
          </a:stretch>
        </p:blipFill>
        <p:spPr>
          <a:xfrm>
            <a:off x="2736381" y="1209024"/>
            <a:ext cx="2239619" cy="3696350"/>
          </a:xfrm>
          <a:prstGeom prst="rect">
            <a:avLst/>
          </a:prstGeom>
          <a:noFill/>
          <a:ln>
            <a:noFill/>
          </a:ln>
        </p:spPr>
      </p:pic>
      <p:sp>
        <p:nvSpPr>
          <p:cNvPr id="2655" name="Google Shape;2655;p61"/>
          <p:cNvSpPr/>
          <p:nvPr/>
        </p:nvSpPr>
        <p:spPr>
          <a:xfrm>
            <a:off x="476275" y="1259652"/>
            <a:ext cx="8191200" cy="881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 sz="1100">
                <a:latin typeface="Noto Sans Symbols"/>
                <a:ea typeface="Noto Sans Symbols"/>
                <a:cs typeface="Noto Sans Symbols"/>
                <a:sym typeface="Noto Sans Symbols"/>
              </a:rPr>
              <a:t>Activity Diagram:</a:t>
            </a:r>
            <a:endParaRPr sz="1100">
              <a:latin typeface="Noto Sans Symbols"/>
              <a:ea typeface="Noto Sans Symbols"/>
              <a:cs typeface="Noto Sans Symbols"/>
              <a:sym typeface="Noto Sans Symbols"/>
            </a:endParaRPr>
          </a:p>
          <a:p>
            <a:pPr indent="0" lvl="0" marL="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a:p>
            <a:pPr indent="0" lvl="0" marL="0" marR="0" rtl="0" algn="l">
              <a:lnSpc>
                <a:spcPct val="150000"/>
              </a:lnSpc>
              <a:spcBef>
                <a:spcPts val="0"/>
              </a:spcBef>
              <a:spcAft>
                <a:spcPts val="0"/>
              </a:spcAft>
              <a:buNone/>
            </a:pPr>
            <a:r>
              <a:t/>
            </a:r>
            <a:endParaRPr sz="1200">
              <a:latin typeface="Noto Sans Symbols"/>
              <a:ea typeface="Noto Sans Symbols"/>
              <a:cs typeface="Noto Sans Symbols"/>
              <a:sym typeface="Noto Sans Symbol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9" name="Shape 2659"/>
        <p:cNvGrpSpPr/>
        <p:nvPr/>
      </p:nvGrpSpPr>
      <p:grpSpPr>
        <a:xfrm>
          <a:off x="0" y="0"/>
          <a:ext cx="0" cy="0"/>
          <a:chOff x="0" y="0"/>
          <a:chExt cx="0" cy="0"/>
        </a:xfrm>
      </p:grpSpPr>
      <p:sp>
        <p:nvSpPr>
          <p:cNvPr id="2660" name="Google Shape;2660;p62"/>
          <p:cNvSpPr/>
          <p:nvPr/>
        </p:nvSpPr>
        <p:spPr>
          <a:xfrm>
            <a:off x="-932418" y="394980"/>
            <a:ext cx="8191200" cy="952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 sz="3500">
                <a:solidFill>
                  <a:schemeClr val="dk1"/>
                </a:solidFill>
                <a:latin typeface="Koulen"/>
                <a:ea typeface="Koulen"/>
                <a:cs typeface="Koulen"/>
                <a:sym typeface="Koulen"/>
              </a:rPr>
              <a:t>View Countries to Travel to</a:t>
            </a:r>
            <a:endParaRPr b="1" sz="3500">
              <a:solidFill>
                <a:schemeClr val="dk1"/>
              </a:solidFill>
              <a:latin typeface="Koulen"/>
              <a:ea typeface="Koulen"/>
              <a:cs typeface="Koulen"/>
              <a:sym typeface="Koulen"/>
            </a:endParaRPr>
          </a:p>
        </p:txBody>
      </p:sp>
      <p:pic>
        <p:nvPicPr>
          <p:cNvPr id="2661" name="Google Shape;2661;p62" title="Screenshot 2026-04-11 231803.png"/>
          <p:cNvPicPr preferRelativeResize="0"/>
          <p:nvPr/>
        </p:nvPicPr>
        <p:blipFill rotWithShape="1">
          <a:blip r:embed="rId3">
            <a:alphaModFix/>
          </a:blip>
          <a:srcRect b="62413" l="0" r="0" t="0"/>
          <a:stretch/>
        </p:blipFill>
        <p:spPr>
          <a:xfrm>
            <a:off x="1813300" y="1167600"/>
            <a:ext cx="5517394" cy="1611087"/>
          </a:xfrm>
          <a:prstGeom prst="rect">
            <a:avLst/>
          </a:prstGeom>
          <a:noFill/>
          <a:ln>
            <a:noFill/>
          </a:ln>
        </p:spPr>
      </p:pic>
      <p:pic>
        <p:nvPicPr>
          <p:cNvPr id="2662" name="Google Shape;2662;p62" title="Screenshot 2026-04-11 231803.png"/>
          <p:cNvPicPr preferRelativeResize="0"/>
          <p:nvPr/>
        </p:nvPicPr>
        <p:blipFill rotWithShape="1">
          <a:blip r:embed="rId3">
            <a:alphaModFix/>
          </a:blip>
          <a:srcRect b="0" l="0" r="0" t="55247"/>
          <a:stretch/>
        </p:blipFill>
        <p:spPr>
          <a:xfrm>
            <a:off x="1813300" y="2994100"/>
            <a:ext cx="5517400" cy="191818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6" name="Shape 2666"/>
        <p:cNvGrpSpPr/>
        <p:nvPr/>
      </p:nvGrpSpPr>
      <p:grpSpPr>
        <a:xfrm>
          <a:off x="0" y="0"/>
          <a:ext cx="0" cy="0"/>
          <a:chOff x="0" y="0"/>
          <a:chExt cx="0" cy="0"/>
        </a:xfrm>
      </p:grpSpPr>
      <p:sp>
        <p:nvSpPr>
          <p:cNvPr id="2667" name="Google Shape;2667;p63"/>
          <p:cNvSpPr/>
          <p:nvPr/>
        </p:nvSpPr>
        <p:spPr>
          <a:xfrm>
            <a:off x="-936868" y="199830"/>
            <a:ext cx="8191200" cy="952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 sz="3500">
                <a:solidFill>
                  <a:schemeClr val="dk1"/>
                </a:solidFill>
                <a:latin typeface="Koulen"/>
                <a:ea typeface="Koulen"/>
                <a:cs typeface="Koulen"/>
                <a:sym typeface="Koulen"/>
              </a:rPr>
              <a:t>View Countries to Travel to</a:t>
            </a:r>
            <a:endParaRPr b="1" sz="3500">
              <a:solidFill>
                <a:schemeClr val="dk1"/>
              </a:solidFill>
              <a:latin typeface="Koulen"/>
              <a:ea typeface="Koulen"/>
              <a:cs typeface="Koulen"/>
              <a:sym typeface="Koulen"/>
            </a:endParaRPr>
          </a:p>
        </p:txBody>
      </p:sp>
      <p:sp>
        <p:nvSpPr>
          <p:cNvPr id="2668" name="Google Shape;2668;p63"/>
          <p:cNvSpPr/>
          <p:nvPr/>
        </p:nvSpPr>
        <p:spPr>
          <a:xfrm>
            <a:off x="329300" y="742825"/>
            <a:ext cx="4381800" cy="409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 sz="1700">
                <a:solidFill>
                  <a:schemeClr val="dk1"/>
                </a:solidFill>
                <a:latin typeface="Noto Sans Symbols"/>
                <a:ea typeface="Noto Sans Symbols"/>
                <a:cs typeface="Noto Sans Symbols"/>
                <a:sym typeface="Noto Sans Symbols"/>
              </a:rPr>
              <a:t>Sunny Day- </a:t>
            </a:r>
            <a:r>
              <a:rPr lang="en" sz="1300">
                <a:solidFill>
                  <a:schemeClr val="dk1"/>
                </a:solidFill>
                <a:latin typeface="Noto Sans Symbols"/>
                <a:ea typeface="Noto Sans Symbols"/>
                <a:cs typeface="Noto Sans Symbols"/>
                <a:sym typeface="Noto Sans Symbols"/>
              </a:rPr>
              <a:t>Registered User successfully browses the full country list and selects a destination.</a:t>
            </a:r>
            <a:endParaRPr i="0" sz="1300" u="none" cap="none" strike="noStrike">
              <a:solidFill>
                <a:srgbClr val="000000"/>
              </a:solidFill>
              <a:latin typeface="Noto Sans Symbols"/>
              <a:ea typeface="Noto Sans Symbols"/>
              <a:cs typeface="Noto Sans Symbols"/>
              <a:sym typeface="Noto Sans Symbols"/>
            </a:endParaRPr>
          </a:p>
        </p:txBody>
      </p:sp>
      <p:pic>
        <p:nvPicPr>
          <p:cNvPr id="2669" name="Google Shape;2669;p63" title="Screenshot 2026-04-11 232343.png"/>
          <p:cNvPicPr preferRelativeResize="0"/>
          <p:nvPr/>
        </p:nvPicPr>
        <p:blipFill>
          <a:blip r:embed="rId3">
            <a:alphaModFix/>
          </a:blip>
          <a:stretch>
            <a:fillRect/>
          </a:stretch>
        </p:blipFill>
        <p:spPr>
          <a:xfrm>
            <a:off x="234200" y="1477577"/>
            <a:ext cx="4572001" cy="687098"/>
          </a:xfrm>
          <a:prstGeom prst="rect">
            <a:avLst/>
          </a:prstGeom>
          <a:noFill/>
          <a:ln>
            <a:noFill/>
          </a:ln>
        </p:spPr>
      </p:pic>
      <p:pic>
        <p:nvPicPr>
          <p:cNvPr id="2670" name="Google Shape;2670;p63" title="Screenshot 2026-04-11 232554.png"/>
          <p:cNvPicPr preferRelativeResize="0"/>
          <p:nvPr/>
        </p:nvPicPr>
        <p:blipFill rotWithShape="1">
          <a:blip r:embed="rId4">
            <a:alphaModFix/>
          </a:blip>
          <a:srcRect b="0" l="0" r="2572" t="0"/>
          <a:stretch/>
        </p:blipFill>
        <p:spPr>
          <a:xfrm>
            <a:off x="4764363" y="1332825"/>
            <a:ext cx="4186725" cy="831850"/>
          </a:xfrm>
          <a:prstGeom prst="rect">
            <a:avLst/>
          </a:prstGeom>
          <a:noFill/>
          <a:ln>
            <a:noFill/>
          </a:ln>
        </p:spPr>
      </p:pic>
      <p:sp>
        <p:nvSpPr>
          <p:cNvPr id="2671" name="Google Shape;2671;p63"/>
          <p:cNvSpPr/>
          <p:nvPr/>
        </p:nvSpPr>
        <p:spPr>
          <a:xfrm>
            <a:off x="4764325" y="684050"/>
            <a:ext cx="4186800" cy="409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 sz="1700">
                <a:solidFill>
                  <a:schemeClr val="dk1"/>
                </a:solidFill>
                <a:latin typeface="Noto Sans Symbols"/>
                <a:ea typeface="Noto Sans Symbols"/>
                <a:cs typeface="Noto Sans Symbols"/>
                <a:sym typeface="Noto Sans Symbols"/>
              </a:rPr>
              <a:t>Rainy </a:t>
            </a:r>
            <a:r>
              <a:rPr lang="en" sz="1700">
                <a:solidFill>
                  <a:schemeClr val="dk1"/>
                </a:solidFill>
                <a:latin typeface="Noto Sans Symbols"/>
                <a:ea typeface="Noto Sans Symbols"/>
                <a:cs typeface="Noto Sans Symbols"/>
                <a:sym typeface="Noto Sans Symbols"/>
              </a:rPr>
              <a:t>Day- </a:t>
            </a:r>
            <a:r>
              <a:rPr lang="en" sz="1300">
                <a:solidFill>
                  <a:schemeClr val="dk1"/>
                </a:solidFill>
                <a:latin typeface="Noto Sans Symbols"/>
                <a:ea typeface="Noto Sans Symbols"/>
                <a:cs typeface="Noto Sans Symbols"/>
                <a:sym typeface="Noto Sans Symbols"/>
              </a:rPr>
              <a:t>Country/Visa Database is </a:t>
            </a:r>
            <a:r>
              <a:rPr lang="en" sz="1300">
                <a:solidFill>
                  <a:schemeClr val="dk1"/>
                </a:solidFill>
                <a:latin typeface="Noto Sans Symbols"/>
                <a:ea typeface="Noto Sans Symbols"/>
                <a:cs typeface="Noto Sans Symbols"/>
                <a:sym typeface="Noto Sans Symbols"/>
              </a:rPr>
              <a:t>unavailable</a:t>
            </a:r>
            <a:r>
              <a:rPr lang="en" sz="1300">
                <a:solidFill>
                  <a:schemeClr val="dk1"/>
                </a:solidFill>
                <a:latin typeface="Noto Sans Symbols"/>
                <a:ea typeface="Noto Sans Symbols"/>
                <a:cs typeface="Noto Sans Symbols"/>
                <a:sym typeface="Noto Sans Symbols"/>
              </a:rPr>
              <a:t> when the Registered User tries to browse.</a:t>
            </a:r>
            <a:endParaRPr i="0" sz="1300" u="none" cap="none" strike="noStrike">
              <a:solidFill>
                <a:srgbClr val="000000"/>
              </a:solidFill>
              <a:latin typeface="Noto Sans Symbols"/>
              <a:ea typeface="Noto Sans Symbols"/>
              <a:cs typeface="Noto Sans Symbols"/>
              <a:sym typeface="Noto Sans Symbols"/>
            </a:endParaRPr>
          </a:p>
        </p:txBody>
      </p:sp>
      <p:pic>
        <p:nvPicPr>
          <p:cNvPr id="2672" name="Google Shape;2672;p63" title="Screenshot 2026-04-11 232656.png"/>
          <p:cNvPicPr preferRelativeResize="0"/>
          <p:nvPr/>
        </p:nvPicPr>
        <p:blipFill>
          <a:blip r:embed="rId5">
            <a:alphaModFix/>
          </a:blip>
          <a:stretch>
            <a:fillRect/>
          </a:stretch>
        </p:blipFill>
        <p:spPr>
          <a:xfrm>
            <a:off x="139150" y="2164677"/>
            <a:ext cx="5131301" cy="2400175"/>
          </a:xfrm>
          <a:prstGeom prst="rect">
            <a:avLst/>
          </a:prstGeom>
          <a:noFill/>
          <a:ln>
            <a:noFill/>
          </a:ln>
        </p:spPr>
      </p:pic>
      <p:pic>
        <p:nvPicPr>
          <p:cNvPr id="2673" name="Google Shape;2673;p63" title="Screenshot 2026-04-11 232705.png"/>
          <p:cNvPicPr preferRelativeResize="0"/>
          <p:nvPr/>
        </p:nvPicPr>
        <p:blipFill>
          <a:blip r:embed="rId6">
            <a:alphaModFix/>
          </a:blip>
          <a:stretch>
            <a:fillRect/>
          </a:stretch>
        </p:blipFill>
        <p:spPr>
          <a:xfrm>
            <a:off x="4325863" y="3976515"/>
            <a:ext cx="4248076" cy="116698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7" name="Shape 2677"/>
        <p:cNvGrpSpPr/>
        <p:nvPr/>
      </p:nvGrpSpPr>
      <p:grpSpPr>
        <a:xfrm>
          <a:off x="0" y="0"/>
          <a:ext cx="0" cy="0"/>
          <a:chOff x="0" y="0"/>
          <a:chExt cx="0" cy="0"/>
        </a:xfrm>
      </p:grpSpPr>
      <p:sp>
        <p:nvSpPr>
          <p:cNvPr id="2678" name="Google Shape;2678;p64"/>
          <p:cNvSpPr/>
          <p:nvPr/>
        </p:nvSpPr>
        <p:spPr>
          <a:xfrm>
            <a:off x="-312025" y="337625"/>
            <a:ext cx="6947700" cy="69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 sz="3500">
                <a:solidFill>
                  <a:schemeClr val="dk1"/>
                </a:solidFill>
                <a:latin typeface="Koulen"/>
                <a:ea typeface="Koulen"/>
                <a:cs typeface="Koulen"/>
                <a:sym typeface="Koulen"/>
              </a:rPr>
              <a:t>View Countries to Travel to</a:t>
            </a:r>
            <a:endParaRPr b="1" sz="3500">
              <a:solidFill>
                <a:schemeClr val="dk1"/>
              </a:solidFill>
              <a:latin typeface="Koulen"/>
              <a:ea typeface="Koulen"/>
              <a:cs typeface="Koulen"/>
              <a:sym typeface="Koulen"/>
            </a:endParaRPr>
          </a:p>
        </p:txBody>
      </p:sp>
      <p:pic>
        <p:nvPicPr>
          <p:cNvPr id="2679" name="Google Shape;2679;p64" title="View countries to travel to.jpg"/>
          <p:cNvPicPr preferRelativeResize="0"/>
          <p:nvPr/>
        </p:nvPicPr>
        <p:blipFill>
          <a:blip r:embed="rId3">
            <a:alphaModFix/>
          </a:blip>
          <a:stretch>
            <a:fillRect/>
          </a:stretch>
        </p:blipFill>
        <p:spPr>
          <a:xfrm>
            <a:off x="1406138" y="1030325"/>
            <a:ext cx="1942125" cy="4017449"/>
          </a:xfrm>
          <a:prstGeom prst="rect">
            <a:avLst/>
          </a:prstGeom>
          <a:noFill/>
          <a:ln>
            <a:noFill/>
          </a:ln>
        </p:spPr>
      </p:pic>
      <p:sp>
        <p:nvSpPr>
          <p:cNvPr id="2680" name="Google Shape;2680;p64"/>
          <p:cNvSpPr/>
          <p:nvPr/>
        </p:nvSpPr>
        <p:spPr>
          <a:xfrm>
            <a:off x="4686000" y="1030325"/>
            <a:ext cx="3400200" cy="409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 sz="1700">
                <a:solidFill>
                  <a:schemeClr val="dk1"/>
                </a:solidFill>
                <a:latin typeface="Inter"/>
                <a:ea typeface="Inter"/>
                <a:cs typeface="Inter"/>
                <a:sym typeface="Inter"/>
              </a:rPr>
              <a:t>Further associated features:</a:t>
            </a:r>
            <a:endParaRPr sz="1700">
              <a:solidFill>
                <a:schemeClr val="dk1"/>
              </a:solidFill>
              <a:latin typeface="Inter"/>
              <a:ea typeface="Inter"/>
              <a:cs typeface="Inter"/>
              <a:sym typeface="Inter"/>
            </a:endParaRPr>
          </a:p>
          <a:p>
            <a:pPr indent="-336550" lvl="0" marL="457200" marR="0" rtl="0" algn="l">
              <a:lnSpc>
                <a:spcPct val="150000"/>
              </a:lnSpc>
              <a:spcBef>
                <a:spcPts val="0"/>
              </a:spcBef>
              <a:spcAft>
                <a:spcPts val="0"/>
              </a:spcAft>
              <a:buClr>
                <a:schemeClr val="dk1"/>
              </a:buClr>
              <a:buSzPts val="1700"/>
              <a:buFont typeface="Inter"/>
              <a:buChar char="-"/>
            </a:pPr>
            <a:r>
              <a:rPr lang="en" sz="1700">
                <a:solidFill>
                  <a:schemeClr val="dk1"/>
                </a:solidFill>
                <a:latin typeface="Inter"/>
                <a:ea typeface="Inter"/>
                <a:cs typeface="Inter"/>
                <a:sym typeface="Inter"/>
              </a:rPr>
              <a:t>Searching by filters</a:t>
            </a:r>
            <a:endParaRPr sz="1700">
              <a:solidFill>
                <a:schemeClr val="dk1"/>
              </a:solidFill>
              <a:latin typeface="Inter"/>
              <a:ea typeface="Inter"/>
              <a:cs typeface="Inter"/>
              <a:sym typeface="Inter"/>
            </a:endParaRPr>
          </a:p>
          <a:p>
            <a:pPr indent="-336550" lvl="0" marL="457200" marR="0" rtl="0" algn="l">
              <a:lnSpc>
                <a:spcPct val="150000"/>
              </a:lnSpc>
              <a:spcBef>
                <a:spcPts val="0"/>
              </a:spcBef>
              <a:spcAft>
                <a:spcPts val="0"/>
              </a:spcAft>
              <a:buClr>
                <a:schemeClr val="dk1"/>
              </a:buClr>
              <a:buSzPts val="1700"/>
              <a:buFont typeface="Inter"/>
              <a:buChar char="-"/>
            </a:pPr>
            <a:r>
              <a:rPr lang="en" sz="1700">
                <a:solidFill>
                  <a:schemeClr val="dk1"/>
                </a:solidFill>
                <a:latin typeface="Inter"/>
                <a:ea typeface="Inter"/>
                <a:cs typeface="Inter"/>
                <a:sym typeface="Inter"/>
              </a:rPr>
              <a:t>View notices based on the country of citizenship chosen by the user</a:t>
            </a:r>
            <a:endParaRPr sz="1700">
              <a:solidFill>
                <a:schemeClr val="dk1"/>
              </a:solidFill>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4" name="Shape 2684"/>
        <p:cNvGrpSpPr/>
        <p:nvPr/>
      </p:nvGrpSpPr>
      <p:grpSpPr>
        <a:xfrm>
          <a:off x="0" y="0"/>
          <a:ext cx="0" cy="0"/>
          <a:chOff x="0" y="0"/>
          <a:chExt cx="0" cy="0"/>
        </a:xfrm>
      </p:grpSpPr>
      <p:sp>
        <p:nvSpPr>
          <p:cNvPr id="2685" name="Google Shape;2685;p65"/>
          <p:cNvSpPr/>
          <p:nvPr/>
        </p:nvSpPr>
        <p:spPr>
          <a:xfrm>
            <a:off x="-888568" y="351080"/>
            <a:ext cx="8191200" cy="952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 sz="3500">
                <a:solidFill>
                  <a:schemeClr val="dk1"/>
                </a:solidFill>
                <a:latin typeface="Koulen"/>
                <a:ea typeface="Koulen"/>
                <a:cs typeface="Koulen"/>
                <a:sym typeface="Koulen"/>
              </a:rPr>
              <a:t>Update notices by country</a:t>
            </a:r>
            <a:endParaRPr b="1" sz="3500">
              <a:solidFill>
                <a:schemeClr val="dk1"/>
              </a:solidFill>
              <a:latin typeface="Koulen"/>
              <a:ea typeface="Koulen"/>
              <a:cs typeface="Koulen"/>
              <a:sym typeface="Koulen"/>
            </a:endParaRPr>
          </a:p>
        </p:txBody>
      </p:sp>
      <p:pic>
        <p:nvPicPr>
          <p:cNvPr id="2686" name="Google Shape;2686;p65" title="Screenshot 2026-04-12 004010.png"/>
          <p:cNvPicPr preferRelativeResize="0"/>
          <p:nvPr/>
        </p:nvPicPr>
        <p:blipFill rotWithShape="1">
          <a:blip r:embed="rId3">
            <a:alphaModFix/>
          </a:blip>
          <a:srcRect b="0" l="0" r="0" t="60180"/>
          <a:stretch/>
        </p:blipFill>
        <p:spPr>
          <a:xfrm>
            <a:off x="2021225" y="2792401"/>
            <a:ext cx="4928876" cy="1547625"/>
          </a:xfrm>
          <a:prstGeom prst="rect">
            <a:avLst/>
          </a:prstGeom>
          <a:noFill/>
          <a:ln>
            <a:noFill/>
          </a:ln>
        </p:spPr>
      </p:pic>
      <p:pic>
        <p:nvPicPr>
          <p:cNvPr id="2687" name="Google Shape;2687;p65" title="Screenshot 2026-04-12 004010.png"/>
          <p:cNvPicPr preferRelativeResize="0"/>
          <p:nvPr/>
        </p:nvPicPr>
        <p:blipFill rotWithShape="1">
          <a:blip r:embed="rId3">
            <a:alphaModFix/>
          </a:blip>
          <a:srcRect b="58633" l="0" r="0" t="0"/>
          <a:stretch/>
        </p:blipFill>
        <p:spPr>
          <a:xfrm>
            <a:off x="2021213" y="1068440"/>
            <a:ext cx="4928876" cy="16077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1" name="Shape 2691"/>
        <p:cNvGrpSpPr/>
        <p:nvPr/>
      </p:nvGrpSpPr>
      <p:grpSpPr>
        <a:xfrm>
          <a:off x="0" y="0"/>
          <a:ext cx="0" cy="0"/>
          <a:chOff x="0" y="0"/>
          <a:chExt cx="0" cy="0"/>
        </a:xfrm>
      </p:grpSpPr>
      <p:pic>
        <p:nvPicPr>
          <p:cNvPr id="2692" name="Google Shape;2692;p66" title="Screenshot 2026-04-12 004125.png"/>
          <p:cNvPicPr preferRelativeResize="0"/>
          <p:nvPr/>
        </p:nvPicPr>
        <p:blipFill>
          <a:blip r:embed="rId3">
            <a:alphaModFix/>
          </a:blip>
          <a:stretch>
            <a:fillRect/>
          </a:stretch>
        </p:blipFill>
        <p:spPr>
          <a:xfrm>
            <a:off x="652450" y="1585288"/>
            <a:ext cx="7839075" cy="1392777"/>
          </a:xfrm>
          <a:prstGeom prst="rect">
            <a:avLst/>
          </a:prstGeom>
          <a:noFill/>
          <a:ln>
            <a:noFill/>
          </a:ln>
        </p:spPr>
      </p:pic>
      <p:pic>
        <p:nvPicPr>
          <p:cNvPr id="2693" name="Google Shape;2693;p66" title="Screenshot 2026-04-12 004135.png"/>
          <p:cNvPicPr preferRelativeResize="0"/>
          <p:nvPr/>
        </p:nvPicPr>
        <p:blipFill>
          <a:blip r:embed="rId4">
            <a:alphaModFix/>
          </a:blip>
          <a:stretch>
            <a:fillRect/>
          </a:stretch>
        </p:blipFill>
        <p:spPr>
          <a:xfrm>
            <a:off x="769163" y="3683515"/>
            <a:ext cx="7839075" cy="1285875"/>
          </a:xfrm>
          <a:prstGeom prst="rect">
            <a:avLst/>
          </a:prstGeom>
          <a:noFill/>
          <a:ln>
            <a:noFill/>
          </a:ln>
        </p:spPr>
      </p:pic>
      <p:sp>
        <p:nvSpPr>
          <p:cNvPr id="2694" name="Google Shape;2694;p66"/>
          <p:cNvSpPr/>
          <p:nvPr/>
        </p:nvSpPr>
        <p:spPr>
          <a:xfrm>
            <a:off x="2298050" y="879850"/>
            <a:ext cx="4364700" cy="4092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None/>
            </a:pPr>
            <a:r>
              <a:rPr lang="en" sz="1700">
                <a:solidFill>
                  <a:schemeClr val="dk1"/>
                </a:solidFill>
                <a:latin typeface="Noto Sans Symbols"/>
                <a:ea typeface="Noto Sans Symbols"/>
                <a:cs typeface="Noto Sans Symbols"/>
                <a:sym typeface="Noto Sans Symbols"/>
              </a:rPr>
              <a:t>Sunny Day</a:t>
            </a:r>
            <a:endParaRPr sz="1700">
              <a:solidFill>
                <a:schemeClr val="dk1"/>
              </a:solidFill>
              <a:latin typeface="Noto Sans Symbols"/>
              <a:ea typeface="Noto Sans Symbols"/>
              <a:cs typeface="Noto Sans Symbols"/>
              <a:sym typeface="Noto Sans Symbols"/>
            </a:endParaRPr>
          </a:p>
          <a:p>
            <a:pPr indent="0" lvl="0" marL="0" marR="0" rtl="0" algn="ctr">
              <a:lnSpc>
                <a:spcPct val="150000"/>
              </a:lnSpc>
              <a:spcBef>
                <a:spcPts val="0"/>
              </a:spcBef>
              <a:spcAft>
                <a:spcPts val="0"/>
              </a:spcAft>
              <a:buNone/>
            </a:pPr>
            <a:r>
              <a:rPr lang="en" sz="1300">
                <a:solidFill>
                  <a:schemeClr val="dk1"/>
                </a:solidFill>
                <a:latin typeface="Noto Sans Symbols"/>
                <a:ea typeface="Noto Sans Symbols"/>
                <a:cs typeface="Noto Sans Symbols"/>
                <a:sym typeface="Noto Sans Symbols"/>
              </a:rPr>
              <a:t>Admin successfully posts a </a:t>
            </a:r>
            <a:r>
              <a:rPr lang="en" sz="1300">
                <a:solidFill>
                  <a:schemeClr val="dk1"/>
                </a:solidFill>
                <a:latin typeface="Noto Sans Symbols"/>
                <a:ea typeface="Noto Sans Symbols"/>
                <a:cs typeface="Noto Sans Symbols"/>
                <a:sym typeface="Noto Sans Symbols"/>
              </a:rPr>
              <a:t>new</a:t>
            </a:r>
            <a:r>
              <a:rPr lang="en" sz="1300">
                <a:solidFill>
                  <a:schemeClr val="dk1"/>
                </a:solidFill>
                <a:latin typeface="Noto Sans Symbols"/>
                <a:ea typeface="Noto Sans Symbols"/>
                <a:cs typeface="Noto Sans Symbols"/>
                <a:sym typeface="Noto Sans Symbols"/>
              </a:rPr>
              <a:t> notice for a country.</a:t>
            </a:r>
            <a:endParaRPr sz="1300">
              <a:solidFill>
                <a:schemeClr val="dk1"/>
              </a:solidFill>
              <a:latin typeface="Noto Sans Symbols"/>
              <a:ea typeface="Noto Sans Symbols"/>
              <a:cs typeface="Noto Sans Symbols"/>
              <a:sym typeface="Noto Sans Symbols"/>
            </a:endParaRPr>
          </a:p>
        </p:txBody>
      </p:sp>
      <p:sp>
        <p:nvSpPr>
          <p:cNvPr id="2695" name="Google Shape;2695;p66"/>
          <p:cNvSpPr/>
          <p:nvPr/>
        </p:nvSpPr>
        <p:spPr>
          <a:xfrm>
            <a:off x="1996625" y="2978075"/>
            <a:ext cx="5305200" cy="4092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None/>
            </a:pPr>
            <a:r>
              <a:rPr lang="en" sz="1700">
                <a:solidFill>
                  <a:schemeClr val="dk1"/>
                </a:solidFill>
                <a:latin typeface="Inter"/>
                <a:ea typeface="Inter"/>
                <a:cs typeface="Inter"/>
                <a:sym typeface="Inter"/>
              </a:rPr>
              <a:t>Rainy </a:t>
            </a:r>
            <a:r>
              <a:rPr lang="en" sz="1700">
                <a:solidFill>
                  <a:schemeClr val="dk1"/>
                </a:solidFill>
                <a:latin typeface="Inter"/>
                <a:ea typeface="Inter"/>
                <a:cs typeface="Inter"/>
                <a:sym typeface="Inter"/>
              </a:rPr>
              <a:t>Day</a:t>
            </a:r>
            <a:endParaRPr sz="1700">
              <a:solidFill>
                <a:schemeClr val="dk1"/>
              </a:solidFill>
              <a:latin typeface="Inter"/>
              <a:ea typeface="Inter"/>
              <a:cs typeface="Inter"/>
              <a:sym typeface="Inter"/>
            </a:endParaRPr>
          </a:p>
          <a:p>
            <a:pPr indent="0" lvl="0" marL="0" marR="0" rtl="0" algn="ctr">
              <a:lnSpc>
                <a:spcPct val="150000"/>
              </a:lnSpc>
              <a:spcBef>
                <a:spcPts val="0"/>
              </a:spcBef>
              <a:spcAft>
                <a:spcPts val="0"/>
              </a:spcAft>
              <a:buNone/>
            </a:pPr>
            <a:r>
              <a:rPr lang="en" sz="1300">
                <a:solidFill>
                  <a:schemeClr val="dk1"/>
                </a:solidFill>
                <a:latin typeface="Inter"/>
                <a:ea typeface="Inter"/>
                <a:cs typeface="Inter"/>
                <a:sym typeface="Inter"/>
              </a:rPr>
              <a:t>Admin attempts to publish a notice with an empty notice body.</a:t>
            </a:r>
            <a:endParaRPr sz="1300">
              <a:solidFill>
                <a:schemeClr val="dk1"/>
              </a:solidFill>
              <a:latin typeface="Inter"/>
              <a:ea typeface="Inter"/>
              <a:cs typeface="Inter"/>
              <a:sym typeface="Inter"/>
            </a:endParaRPr>
          </a:p>
        </p:txBody>
      </p:sp>
      <p:sp>
        <p:nvSpPr>
          <p:cNvPr id="2696" name="Google Shape;2696;p66"/>
          <p:cNvSpPr/>
          <p:nvPr/>
        </p:nvSpPr>
        <p:spPr>
          <a:xfrm>
            <a:off x="708925" y="280877"/>
            <a:ext cx="8191200" cy="657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Update notices by country</a:t>
            </a:r>
            <a:endParaRPr b="1" sz="3500">
              <a:solidFill>
                <a:schemeClr val="dk1"/>
              </a:solidFill>
              <a:latin typeface="Koulen"/>
              <a:ea typeface="Koulen"/>
              <a:cs typeface="Koulen"/>
              <a:sym typeface="Koule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0" name="Shape 2700"/>
        <p:cNvGrpSpPr/>
        <p:nvPr/>
      </p:nvGrpSpPr>
      <p:grpSpPr>
        <a:xfrm>
          <a:off x="0" y="0"/>
          <a:ext cx="0" cy="0"/>
          <a:chOff x="0" y="0"/>
          <a:chExt cx="0" cy="0"/>
        </a:xfrm>
      </p:grpSpPr>
      <p:sp>
        <p:nvSpPr>
          <p:cNvPr id="2701" name="Google Shape;2701;p67"/>
          <p:cNvSpPr/>
          <p:nvPr/>
        </p:nvSpPr>
        <p:spPr>
          <a:xfrm>
            <a:off x="708932" y="280880"/>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Update notices by country</a:t>
            </a:r>
            <a:endParaRPr b="1" sz="3500">
              <a:solidFill>
                <a:schemeClr val="dk1"/>
              </a:solidFill>
              <a:latin typeface="Koulen"/>
              <a:ea typeface="Koulen"/>
              <a:cs typeface="Koulen"/>
              <a:sym typeface="Koulen"/>
            </a:endParaRPr>
          </a:p>
        </p:txBody>
      </p:sp>
      <p:pic>
        <p:nvPicPr>
          <p:cNvPr id="2702" name="Google Shape;2702;p67" title="Update notices by country.jpg"/>
          <p:cNvPicPr preferRelativeResize="0"/>
          <p:nvPr/>
        </p:nvPicPr>
        <p:blipFill>
          <a:blip r:embed="rId3">
            <a:alphaModFix/>
          </a:blip>
          <a:stretch>
            <a:fillRect/>
          </a:stretch>
        </p:blipFill>
        <p:spPr>
          <a:xfrm>
            <a:off x="2881750" y="873150"/>
            <a:ext cx="3380500" cy="40313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6" name="Shape 2706"/>
        <p:cNvGrpSpPr/>
        <p:nvPr/>
      </p:nvGrpSpPr>
      <p:grpSpPr>
        <a:xfrm>
          <a:off x="0" y="0"/>
          <a:ext cx="0" cy="0"/>
          <a:chOff x="0" y="0"/>
          <a:chExt cx="0" cy="0"/>
        </a:xfrm>
      </p:grpSpPr>
      <p:pic>
        <p:nvPicPr>
          <p:cNvPr id="2707" name="Google Shape;2707;p68"/>
          <p:cNvPicPr preferRelativeResize="0"/>
          <p:nvPr/>
        </p:nvPicPr>
        <p:blipFill rotWithShape="1">
          <a:blip r:embed="rId3">
            <a:alphaModFix/>
          </a:blip>
          <a:srcRect b="0" l="0" r="40529" t="42932"/>
          <a:stretch/>
        </p:blipFill>
        <p:spPr>
          <a:xfrm>
            <a:off x="2029775" y="3105300"/>
            <a:ext cx="5256852" cy="1608399"/>
          </a:xfrm>
          <a:prstGeom prst="rect">
            <a:avLst/>
          </a:prstGeom>
          <a:noFill/>
          <a:ln>
            <a:noFill/>
          </a:ln>
        </p:spPr>
      </p:pic>
      <p:pic>
        <p:nvPicPr>
          <p:cNvPr id="2708" name="Google Shape;2708;p68"/>
          <p:cNvPicPr preferRelativeResize="0"/>
          <p:nvPr/>
        </p:nvPicPr>
        <p:blipFill>
          <a:blip r:embed="rId4">
            <a:alphaModFix/>
          </a:blip>
          <a:stretch>
            <a:fillRect/>
          </a:stretch>
        </p:blipFill>
        <p:spPr>
          <a:xfrm>
            <a:off x="1369700" y="1261524"/>
            <a:ext cx="5916923" cy="1499449"/>
          </a:xfrm>
          <a:prstGeom prst="rect">
            <a:avLst/>
          </a:prstGeom>
          <a:noFill/>
          <a:ln>
            <a:noFill/>
          </a:ln>
        </p:spPr>
      </p:pic>
      <p:sp>
        <p:nvSpPr>
          <p:cNvPr id="2709" name="Google Shape;2709;p68"/>
          <p:cNvSpPr/>
          <p:nvPr/>
        </p:nvSpPr>
        <p:spPr>
          <a:xfrm>
            <a:off x="786532" y="309330"/>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Evaluate Affordability</a:t>
            </a:r>
            <a:endParaRPr b="1" sz="3500">
              <a:solidFill>
                <a:schemeClr val="dk1"/>
              </a:solidFill>
              <a:latin typeface="Koulen"/>
              <a:ea typeface="Koulen"/>
              <a:cs typeface="Koulen"/>
              <a:sym typeface="Koulen"/>
            </a:endParaRPr>
          </a:p>
          <a:p>
            <a:pPr indent="0" lvl="0" marL="0" marR="0" rtl="0" algn="ctr">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3" name="Shape 2713"/>
        <p:cNvGrpSpPr/>
        <p:nvPr/>
      </p:nvGrpSpPr>
      <p:grpSpPr>
        <a:xfrm>
          <a:off x="0" y="0"/>
          <a:ext cx="0" cy="0"/>
          <a:chOff x="0" y="0"/>
          <a:chExt cx="0" cy="0"/>
        </a:xfrm>
      </p:grpSpPr>
      <p:sp>
        <p:nvSpPr>
          <p:cNvPr id="2714" name="Google Shape;2714;p69"/>
          <p:cNvSpPr/>
          <p:nvPr/>
        </p:nvSpPr>
        <p:spPr>
          <a:xfrm>
            <a:off x="795307" y="114105"/>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Evaluate Affordability</a:t>
            </a:r>
            <a:endParaRPr b="1" sz="3500">
              <a:solidFill>
                <a:schemeClr val="dk1"/>
              </a:solidFill>
              <a:latin typeface="Koulen"/>
              <a:ea typeface="Koulen"/>
              <a:cs typeface="Koulen"/>
              <a:sym typeface="Koulen"/>
            </a:endParaRPr>
          </a:p>
          <a:p>
            <a:pPr indent="0" lvl="0" marL="0" marR="0" rtl="0" algn="ctr">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sp>
        <p:nvSpPr>
          <p:cNvPr id="2715" name="Google Shape;2715;p69"/>
          <p:cNvSpPr/>
          <p:nvPr/>
        </p:nvSpPr>
        <p:spPr>
          <a:xfrm>
            <a:off x="379825" y="1274175"/>
            <a:ext cx="1320600" cy="409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 sz="1700">
                <a:solidFill>
                  <a:schemeClr val="dk1"/>
                </a:solidFill>
                <a:latin typeface="Noto Sans Symbols"/>
                <a:ea typeface="Noto Sans Symbols"/>
                <a:cs typeface="Noto Sans Symbols"/>
                <a:sym typeface="Noto Sans Symbols"/>
              </a:rPr>
              <a:t>Sunny Day</a:t>
            </a:r>
            <a:endParaRPr i="0" sz="1700" u="none" cap="none" strike="noStrike">
              <a:solidFill>
                <a:srgbClr val="000000"/>
              </a:solidFill>
              <a:latin typeface="Noto Sans Symbols"/>
              <a:ea typeface="Noto Sans Symbols"/>
              <a:cs typeface="Noto Sans Symbols"/>
              <a:sym typeface="Noto Sans Symbols"/>
            </a:endParaRPr>
          </a:p>
        </p:txBody>
      </p:sp>
      <p:sp>
        <p:nvSpPr>
          <p:cNvPr id="2716" name="Google Shape;2716;p69"/>
          <p:cNvSpPr/>
          <p:nvPr/>
        </p:nvSpPr>
        <p:spPr>
          <a:xfrm>
            <a:off x="6849875" y="3746813"/>
            <a:ext cx="1256400" cy="409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 sz="1700">
                <a:solidFill>
                  <a:schemeClr val="dk1"/>
                </a:solidFill>
                <a:latin typeface="Noto Sans Symbols"/>
                <a:ea typeface="Noto Sans Symbols"/>
                <a:cs typeface="Noto Sans Symbols"/>
                <a:sym typeface="Noto Sans Symbols"/>
              </a:rPr>
              <a:t>Rainy Day</a:t>
            </a:r>
            <a:endParaRPr i="0" sz="1700" u="none" cap="none" strike="noStrike">
              <a:solidFill>
                <a:srgbClr val="000000"/>
              </a:solidFill>
              <a:latin typeface="Noto Sans Symbols"/>
              <a:ea typeface="Noto Sans Symbols"/>
              <a:cs typeface="Noto Sans Symbols"/>
              <a:sym typeface="Noto Sans Symbols"/>
            </a:endParaRPr>
          </a:p>
        </p:txBody>
      </p:sp>
      <p:pic>
        <p:nvPicPr>
          <p:cNvPr id="2717" name="Google Shape;2717;p69"/>
          <p:cNvPicPr preferRelativeResize="0"/>
          <p:nvPr/>
        </p:nvPicPr>
        <p:blipFill>
          <a:blip r:embed="rId3">
            <a:alphaModFix/>
          </a:blip>
          <a:stretch>
            <a:fillRect/>
          </a:stretch>
        </p:blipFill>
        <p:spPr>
          <a:xfrm>
            <a:off x="2645600" y="725942"/>
            <a:ext cx="4989201" cy="1982967"/>
          </a:xfrm>
          <a:prstGeom prst="rect">
            <a:avLst/>
          </a:prstGeom>
          <a:noFill/>
          <a:ln>
            <a:noFill/>
          </a:ln>
        </p:spPr>
      </p:pic>
      <p:pic>
        <p:nvPicPr>
          <p:cNvPr id="2718" name="Google Shape;2718;p69"/>
          <p:cNvPicPr preferRelativeResize="0"/>
          <p:nvPr/>
        </p:nvPicPr>
        <p:blipFill>
          <a:blip r:embed="rId4">
            <a:alphaModFix/>
          </a:blip>
          <a:stretch>
            <a:fillRect/>
          </a:stretch>
        </p:blipFill>
        <p:spPr>
          <a:xfrm>
            <a:off x="1606125" y="2841400"/>
            <a:ext cx="4836797" cy="222002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2" name="Shape 2722"/>
        <p:cNvGrpSpPr/>
        <p:nvPr/>
      </p:nvGrpSpPr>
      <p:grpSpPr>
        <a:xfrm>
          <a:off x="0" y="0"/>
          <a:ext cx="0" cy="0"/>
          <a:chOff x="0" y="0"/>
          <a:chExt cx="0" cy="0"/>
        </a:xfrm>
      </p:grpSpPr>
      <p:pic>
        <p:nvPicPr>
          <p:cNvPr id="2723" name="Google Shape;2723;p70"/>
          <p:cNvPicPr preferRelativeResize="0"/>
          <p:nvPr/>
        </p:nvPicPr>
        <p:blipFill>
          <a:blip r:embed="rId3">
            <a:alphaModFix/>
          </a:blip>
          <a:stretch>
            <a:fillRect/>
          </a:stretch>
        </p:blipFill>
        <p:spPr>
          <a:xfrm>
            <a:off x="1738300" y="830280"/>
            <a:ext cx="2225463" cy="3886497"/>
          </a:xfrm>
          <a:prstGeom prst="rect">
            <a:avLst/>
          </a:prstGeom>
          <a:noFill/>
          <a:ln>
            <a:noFill/>
          </a:ln>
        </p:spPr>
      </p:pic>
      <p:pic>
        <p:nvPicPr>
          <p:cNvPr id="2724" name="Google Shape;2724;p70"/>
          <p:cNvPicPr preferRelativeResize="0"/>
          <p:nvPr/>
        </p:nvPicPr>
        <p:blipFill>
          <a:blip r:embed="rId4">
            <a:alphaModFix/>
          </a:blip>
          <a:stretch>
            <a:fillRect/>
          </a:stretch>
        </p:blipFill>
        <p:spPr>
          <a:xfrm>
            <a:off x="4501938" y="898880"/>
            <a:ext cx="2139639" cy="3886494"/>
          </a:xfrm>
          <a:prstGeom prst="rect">
            <a:avLst/>
          </a:prstGeom>
          <a:noFill/>
          <a:ln>
            <a:noFill/>
          </a:ln>
        </p:spPr>
      </p:pic>
      <p:sp>
        <p:nvSpPr>
          <p:cNvPr id="2725" name="Google Shape;2725;p70"/>
          <p:cNvSpPr/>
          <p:nvPr/>
        </p:nvSpPr>
        <p:spPr>
          <a:xfrm>
            <a:off x="795307" y="114105"/>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Evaluate Affordability</a:t>
            </a:r>
            <a:endParaRPr b="1" sz="3500">
              <a:solidFill>
                <a:schemeClr val="dk1"/>
              </a:solidFill>
              <a:latin typeface="Koulen"/>
              <a:ea typeface="Koulen"/>
              <a:cs typeface="Koulen"/>
              <a:sym typeface="Koulen"/>
            </a:endParaRPr>
          </a:p>
          <a:p>
            <a:pPr indent="0" lvl="0" marL="0" marR="0" rtl="0" algn="ctr">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9" name="Shape 2729"/>
        <p:cNvGrpSpPr/>
        <p:nvPr/>
      </p:nvGrpSpPr>
      <p:grpSpPr>
        <a:xfrm>
          <a:off x="0" y="0"/>
          <a:ext cx="0" cy="0"/>
          <a:chOff x="0" y="0"/>
          <a:chExt cx="0" cy="0"/>
        </a:xfrm>
      </p:grpSpPr>
      <p:sp>
        <p:nvSpPr>
          <p:cNvPr id="2730" name="Google Shape;2730;p71"/>
          <p:cNvSpPr/>
          <p:nvPr/>
        </p:nvSpPr>
        <p:spPr>
          <a:xfrm>
            <a:off x="752807" y="219430"/>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View cost of living by country</a:t>
            </a:r>
            <a:endParaRPr b="1" sz="3500">
              <a:solidFill>
                <a:schemeClr val="dk1"/>
              </a:solidFill>
              <a:latin typeface="Koulen"/>
              <a:ea typeface="Koulen"/>
              <a:cs typeface="Koulen"/>
              <a:sym typeface="Koulen"/>
            </a:endParaRPr>
          </a:p>
          <a:p>
            <a:pPr indent="0" lvl="0" marL="0" marR="0" rtl="0" algn="ctr">
              <a:lnSpc>
                <a:spcPct val="100000"/>
              </a:lnSpc>
              <a:spcBef>
                <a:spcPts val="0"/>
              </a:spcBef>
              <a:spcAft>
                <a:spcPts val="0"/>
              </a:spcAft>
              <a:buNone/>
            </a:pPr>
            <a:r>
              <a:t/>
            </a:r>
            <a:endParaRPr b="1" sz="3500">
              <a:solidFill>
                <a:schemeClr val="dk1"/>
              </a:solidFill>
              <a:latin typeface="Koulen"/>
              <a:ea typeface="Koulen"/>
              <a:cs typeface="Koulen"/>
              <a:sym typeface="Koulen"/>
            </a:endParaRPr>
          </a:p>
          <a:p>
            <a:pPr indent="0" lvl="0" marL="0" marR="0" rtl="0" algn="ctr">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pic>
        <p:nvPicPr>
          <p:cNvPr id="2731" name="Google Shape;2731;p71"/>
          <p:cNvPicPr preferRelativeResize="0"/>
          <p:nvPr/>
        </p:nvPicPr>
        <p:blipFill rotWithShape="1">
          <a:blip r:embed="rId3">
            <a:alphaModFix/>
          </a:blip>
          <a:srcRect b="0" l="0" r="40529" t="42932"/>
          <a:stretch/>
        </p:blipFill>
        <p:spPr>
          <a:xfrm>
            <a:off x="1369700" y="2888900"/>
            <a:ext cx="6045527" cy="1849699"/>
          </a:xfrm>
          <a:prstGeom prst="rect">
            <a:avLst/>
          </a:prstGeom>
          <a:noFill/>
          <a:ln>
            <a:noFill/>
          </a:ln>
        </p:spPr>
      </p:pic>
      <p:pic>
        <p:nvPicPr>
          <p:cNvPr id="2732" name="Google Shape;2732;p71"/>
          <p:cNvPicPr preferRelativeResize="0"/>
          <p:nvPr/>
        </p:nvPicPr>
        <p:blipFill>
          <a:blip r:embed="rId4">
            <a:alphaModFix/>
          </a:blip>
          <a:stretch>
            <a:fillRect/>
          </a:stretch>
        </p:blipFill>
        <p:spPr>
          <a:xfrm>
            <a:off x="1575425" y="952205"/>
            <a:ext cx="6076585" cy="163189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6" name="Shape 2736"/>
        <p:cNvGrpSpPr/>
        <p:nvPr/>
      </p:nvGrpSpPr>
      <p:grpSpPr>
        <a:xfrm>
          <a:off x="0" y="0"/>
          <a:ext cx="0" cy="0"/>
          <a:chOff x="0" y="0"/>
          <a:chExt cx="0" cy="0"/>
        </a:xfrm>
      </p:grpSpPr>
      <p:sp>
        <p:nvSpPr>
          <p:cNvPr id="2737" name="Google Shape;2737;p72"/>
          <p:cNvSpPr/>
          <p:nvPr/>
        </p:nvSpPr>
        <p:spPr>
          <a:xfrm>
            <a:off x="761582" y="272105"/>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View Cost of Living by country</a:t>
            </a:r>
            <a:endParaRPr b="1" sz="3500">
              <a:solidFill>
                <a:schemeClr val="dk1"/>
              </a:solidFill>
              <a:latin typeface="Koulen"/>
              <a:ea typeface="Koulen"/>
              <a:cs typeface="Koulen"/>
              <a:sym typeface="Koulen"/>
            </a:endParaRPr>
          </a:p>
          <a:p>
            <a:pPr indent="0" lvl="0" marL="0" marR="0" rtl="0" algn="ctr">
              <a:lnSpc>
                <a:spcPct val="100000"/>
              </a:lnSpc>
              <a:spcBef>
                <a:spcPts val="0"/>
              </a:spcBef>
              <a:spcAft>
                <a:spcPts val="0"/>
              </a:spcAft>
              <a:buNone/>
            </a:pPr>
            <a:r>
              <a:t/>
            </a:r>
            <a:endParaRPr b="1" sz="3500">
              <a:solidFill>
                <a:schemeClr val="dk1"/>
              </a:solidFill>
              <a:latin typeface="Koulen"/>
              <a:ea typeface="Koulen"/>
              <a:cs typeface="Koulen"/>
              <a:sym typeface="Koulen"/>
            </a:endParaRPr>
          </a:p>
          <a:p>
            <a:pPr indent="0" lvl="0" marL="0" marR="0" rtl="0" algn="ctr">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sp>
        <p:nvSpPr>
          <p:cNvPr id="2738" name="Google Shape;2738;p72"/>
          <p:cNvSpPr/>
          <p:nvPr/>
        </p:nvSpPr>
        <p:spPr>
          <a:xfrm>
            <a:off x="1425700" y="1754225"/>
            <a:ext cx="1320600" cy="409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 sz="1700">
                <a:solidFill>
                  <a:schemeClr val="dk1"/>
                </a:solidFill>
                <a:latin typeface="Inter"/>
                <a:ea typeface="Inter"/>
                <a:cs typeface="Inter"/>
                <a:sym typeface="Inter"/>
              </a:rPr>
              <a:t>Sunny Day</a:t>
            </a:r>
            <a:endParaRPr b="0" i="0" sz="1700" u="none" cap="none" strike="noStrike">
              <a:solidFill>
                <a:srgbClr val="000000"/>
              </a:solidFill>
              <a:latin typeface="Noto Sans Symbols"/>
              <a:ea typeface="Noto Sans Symbols"/>
              <a:cs typeface="Noto Sans Symbols"/>
              <a:sym typeface="Noto Sans Symbols"/>
            </a:endParaRPr>
          </a:p>
        </p:txBody>
      </p:sp>
      <p:sp>
        <p:nvSpPr>
          <p:cNvPr id="2739" name="Google Shape;2739;p72"/>
          <p:cNvSpPr/>
          <p:nvPr/>
        </p:nvSpPr>
        <p:spPr>
          <a:xfrm>
            <a:off x="6498400" y="3672925"/>
            <a:ext cx="1256400" cy="409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 sz="1700">
                <a:solidFill>
                  <a:schemeClr val="dk1"/>
                </a:solidFill>
                <a:latin typeface="Inter"/>
                <a:ea typeface="Inter"/>
                <a:cs typeface="Inter"/>
                <a:sym typeface="Inter"/>
              </a:rPr>
              <a:t>Rainy Day</a:t>
            </a:r>
            <a:endParaRPr b="0" i="0" sz="1700" u="none" cap="none" strike="noStrike">
              <a:solidFill>
                <a:srgbClr val="000000"/>
              </a:solidFill>
              <a:latin typeface="Noto Sans Symbols"/>
              <a:ea typeface="Noto Sans Symbols"/>
              <a:cs typeface="Noto Sans Symbols"/>
              <a:sym typeface="Noto Sans Symbols"/>
            </a:endParaRPr>
          </a:p>
        </p:txBody>
      </p:sp>
      <p:pic>
        <p:nvPicPr>
          <p:cNvPr id="2740" name="Google Shape;2740;p72"/>
          <p:cNvPicPr preferRelativeResize="0"/>
          <p:nvPr/>
        </p:nvPicPr>
        <p:blipFill rotWithShape="1">
          <a:blip r:embed="rId3">
            <a:alphaModFix/>
          </a:blip>
          <a:srcRect b="0" l="0" r="39247" t="0"/>
          <a:stretch/>
        </p:blipFill>
        <p:spPr>
          <a:xfrm>
            <a:off x="2922575" y="1059875"/>
            <a:ext cx="5298452" cy="1630975"/>
          </a:xfrm>
          <a:prstGeom prst="rect">
            <a:avLst/>
          </a:prstGeom>
          <a:noFill/>
          <a:ln>
            <a:noFill/>
          </a:ln>
        </p:spPr>
      </p:pic>
      <p:pic>
        <p:nvPicPr>
          <p:cNvPr id="2741" name="Google Shape;2741;p72"/>
          <p:cNvPicPr preferRelativeResize="0"/>
          <p:nvPr/>
        </p:nvPicPr>
        <p:blipFill>
          <a:blip r:embed="rId4">
            <a:alphaModFix/>
          </a:blip>
          <a:stretch>
            <a:fillRect/>
          </a:stretch>
        </p:blipFill>
        <p:spPr>
          <a:xfrm>
            <a:off x="983950" y="2930025"/>
            <a:ext cx="5153976" cy="1895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5" name="Shape 2745"/>
        <p:cNvGrpSpPr/>
        <p:nvPr/>
      </p:nvGrpSpPr>
      <p:grpSpPr>
        <a:xfrm>
          <a:off x="0" y="0"/>
          <a:ext cx="0" cy="0"/>
          <a:chOff x="0" y="0"/>
          <a:chExt cx="0" cy="0"/>
        </a:xfrm>
      </p:grpSpPr>
      <p:sp>
        <p:nvSpPr>
          <p:cNvPr id="2746" name="Google Shape;2746;p73"/>
          <p:cNvSpPr/>
          <p:nvPr/>
        </p:nvSpPr>
        <p:spPr>
          <a:xfrm>
            <a:off x="761582" y="5"/>
            <a:ext cx="8191200" cy="952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 sz="3500">
                <a:solidFill>
                  <a:schemeClr val="dk1"/>
                </a:solidFill>
                <a:latin typeface="Koulen"/>
                <a:ea typeface="Koulen"/>
                <a:cs typeface="Koulen"/>
                <a:sym typeface="Koulen"/>
              </a:rPr>
              <a:t>View Cost of Living by Country</a:t>
            </a:r>
            <a:endParaRPr b="1" sz="3500">
              <a:solidFill>
                <a:schemeClr val="dk1"/>
              </a:solidFill>
              <a:latin typeface="Koulen"/>
              <a:ea typeface="Koulen"/>
              <a:cs typeface="Koulen"/>
              <a:sym typeface="Koulen"/>
            </a:endParaRPr>
          </a:p>
          <a:p>
            <a:pPr indent="0" lvl="0" marL="0" marR="0" rtl="0" algn="ctr">
              <a:lnSpc>
                <a:spcPct val="100000"/>
              </a:lnSpc>
              <a:spcBef>
                <a:spcPts val="0"/>
              </a:spcBef>
              <a:spcAft>
                <a:spcPts val="0"/>
              </a:spcAft>
              <a:buNone/>
            </a:pPr>
            <a:r>
              <a:t/>
            </a:r>
            <a:endParaRPr b="1" sz="3500">
              <a:solidFill>
                <a:schemeClr val="dk1"/>
              </a:solidFill>
              <a:latin typeface="Koulen"/>
              <a:ea typeface="Koulen"/>
              <a:cs typeface="Koulen"/>
              <a:sym typeface="Koulen"/>
            </a:endParaRPr>
          </a:p>
          <a:p>
            <a:pPr indent="0" lvl="0" marL="0" marR="0" rtl="0" algn="ctr">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pic>
        <p:nvPicPr>
          <p:cNvPr id="2747" name="Google Shape;2747;p73"/>
          <p:cNvPicPr preferRelativeResize="0"/>
          <p:nvPr/>
        </p:nvPicPr>
        <p:blipFill>
          <a:blip r:embed="rId3">
            <a:alphaModFix/>
          </a:blip>
          <a:stretch>
            <a:fillRect/>
          </a:stretch>
        </p:blipFill>
        <p:spPr>
          <a:xfrm>
            <a:off x="1661175" y="856005"/>
            <a:ext cx="2608110" cy="3886495"/>
          </a:xfrm>
          <a:prstGeom prst="rect">
            <a:avLst/>
          </a:prstGeom>
          <a:noFill/>
          <a:ln>
            <a:noFill/>
          </a:ln>
        </p:spPr>
      </p:pic>
      <p:pic>
        <p:nvPicPr>
          <p:cNvPr id="2748" name="Google Shape;2748;p73"/>
          <p:cNvPicPr preferRelativeResize="0"/>
          <p:nvPr/>
        </p:nvPicPr>
        <p:blipFill>
          <a:blip r:embed="rId4">
            <a:alphaModFix/>
          </a:blip>
          <a:stretch>
            <a:fillRect/>
          </a:stretch>
        </p:blipFill>
        <p:spPr>
          <a:xfrm>
            <a:off x="5321785" y="856005"/>
            <a:ext cx="2608110" cy="388649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2" name="Shape 2752"/>
        <p:cNvGrpSpPr/>
        <p:nvPr/>
      </p:nvGrpSpPr>
      <p:grpSpPr>
        <a:xfrm>
          <a:off x="0" y="0"/>
          <a:ext cx="0" cy="0"/>
          <a:chOff x="0" y="0"/>
          <a:chExt cx="0" cy="0"/>
        </a:xfrm>
      </p:grpSpPr>
      <p:sp>
        <p:nvSpPr>
          <p:cNvPr id="2753" name="Google Shape;2753;p74"/>
          <p:cNvSpPr/>
          <p:nvPr/>
        </p:nvSpPr>
        <p:spPr>
          <a:xfrm>
            <a:off x="476280" y="393905"/>
            <a:ext cx="8191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3500">
                <a:solidFill>
                  <a:schemeClr val="dk1"/>
                </a:solidFill>
                <a:latin typeface="Koulen"/>
                <a:ea typeface="Koulen"/>
                <a:cs typeface="Koulen"/>
                <a:sym typeface="Koulen"/>
              </a:rPr>
              <a:t>Structure/system architecture diagram</a:t>
            </a:r>
            <a:endParaRPr sz="3500" u="none" strike="noStrike">
              <a:solidFill>
                <a:srgbClr val="000000"/>
              </a:solidFill>
              <a:latin typeface="Koulen"/>
              <a:ea typeface="Koulen"/>
              <a:cs typeface="Koulen"/>
              <a:sym typeface="Koulen"/>
            </a:endParaRPr>
          </a:p>
        </p:txBody>
      </p:sp>
      <p:pic>
        <p:nvPicPr>
          <p:cNvPr id="2754" name="Google Shape;2754;p74"/>
          <p:cNvPicPr preferRelativeResize="0"/>
          <p:nvPr/>
        </p:nvPicPr>
        <p:blipFill>
          <a:blip r:embed="rId3">
            <a:alphaModFix/>
          </a:blip>
          <a:stretch>
            <a:fillRect/>
          </a:stretch>
        </p:blipFill>
        <p:spPr>
          <a:xfrm>
            <a:off x="795375" y="975575"/>
            <a:ext cx="3169701" cy="3850751"/>
          </a:xfrm>
          <a:prstGeom prst="rect">
            <a:avLst/>
          </a:prstGeom>
          <a:noFill/>
          <a:ln>
            <a:noFill/>
          </a:ln>
        </p:spPr>
      </p:pic>
      <p:pic>
        <p:nvPicPr>
          <p:cNvPr id="2755" name="Google Shape;2755;p74"/>
          <p:cNvPicPr preferRelativeResize="0"/>
          <p:nvPr/>
        </p:nvPicPr>
        <p:blipFill>
          <a:blip r:embed="rId4">
            <a:alphaModFix/>
          </a:blip>
          <a:stretch>
            <a:fillRect/>
          </a:stretch>
        </p:blipFill>
        <p:spPr>
          <a:xfrm>
            <a:off x="4183780" y="1087025"/>
            <a:ext cx="4766369" cy="362785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9" name="Shape 2759"/>
        <p:cNvGrpSpPr/>
        <p:nvPr/>
      </p:nvGrpSpPr>
      <p:grpSpPr>
        <a:xfrm>
          <a:off x="0" y="0"/>
          <a:ext cx="0" cy="0"/>
          <a:chOff x="0" y="0"/>
          <a:chExt cx="0" cy="0"/>
        </a:xfrm>
      </p:grpSpPr>
      <p:sp>
        <p:nvSpPr>
          <p:cNvPr id="2760" name="Google Shape;2760;p75"/>
          <p:cNvSpPr/>
          <p:nvPr/>
        </p:nvSpPr>
        <p:spPr>
          <a:xfrm flipH="1">
            <a:off x="1701726" y="4157640"/>
            <a:ext cx="158034" cy="152275"/>
          </a:xfrm>
          <a:custGeom>
            <a:rect b="b" l="l" r="r" t="t"/>
            <a:pathLst>
              <a:path extrusionOk="0" h="5950" w="6175">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anchorCtr="0" anchor="ctr" bIns="76300" lIns="91425" spcFirstLastPara="1" rIns="91425" wrap="square" tIns="763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2761" name="Google Shape;2761;p75"/>
          <p:cNvGrpSpPr/>
          <p:nvPr/>
        </p:nvGrpSpPr>
        <p:grpSpPr>
          <a:xfrm>
            <a:off x="5903284" y="263520"/>
            <a:ext cx="261716" cy="531358"/>
            <a:chOff x="5903284" y="263520"/>
            <a:chExt cx="261716" cy="531358"/>
          </a:xfrm>
        </p:grpSpPr>
        <p:sp>
          <p:nvSpPr>
            <p:cNvPr id="2762" name="Google Shape;2762;p75"/>
            <p:cNvSpPr/>
            <p:nvPr/>
          </p:nvSpPr>
          <p:spPr>
            <a:xfrm flipH="1">
              <a:off x="5903284" y="263520"/>
              <a:ext cx="261716" cy="448199"/>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63" name="Google Shape;2763;p75"/>
            <p:cNvSpPr/>
            <p:nvPr/>
          </p:nvSpPr>
          <p:spPr>
            <a:xfrm flipH="1">
              <a:off x="5975998" y="758880"/>
              <a:ext cx="117362" cy="35998"/>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64" name="Google Shape;2764;p75"/>
            <p:cNvSpPr/>
            <p:nvPr/>
          </p:nvSpPr>
          <p:spPr>
            <a:xfrm flipH="1">
              <a:off x="5903995" y="263520"/>
              <a:ext cx="141125" cy="448199"/>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765" name="Google Shape;2765;p75"/>
          <p:cNvGrpSpPr/>
          <p:nvPr/>
        </p:nvGrpSpPr>
        <p:grpSpPr>
          <a:xfrm>
            <a:off x="4034844" y="4309930"/>
            <a:ext cx="261716" cy="530998"/>
            <a:chOff x="4440244" y="4310280"/>
            <a:chExt cx="261716" cy="530998"/>
          </a:xfrm>
        </p:grpSpPr>
        <p:sp>
          <p:nvSpPr>
            <p:cNvPr id="2766" name="Google Shape;2766;p75"/>
            <p:cNvSpPr/>
            <p:nvPr/>
          </p:nvSpPr>
          <p:spPr>
            <a:xfrm flipH="1">
              <a:off x="4440244" y="4310280"/>
              <a:ext cx="261716" cy="448199"/>
            </a:xfrm>
            <a:custGeom>
              <a:rect b="b" l="l" r="r" t="t"/>
              <a:pathLst>
                <a:path extrusionOk="0" h="18611" w="10872">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67" name="Google Shape;2767;p75"/>
            <p:cNvSpPr/>
            <p:nvPr/>
          </p:nvSpPr>
          <p:spPr>
            <a:xfrm flipH="1">
              <a:off x="4512958" y="4805280"/>
              <a:ext cx="117362" cy="35998"/>
            </a:xfrm>
            <a:custGeom>
              <a:rect b="b" l="l" r="r" t="t"/>
              <a:pathLst>
                <a:path extrusionOk="0" h="1510" w="4885">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anchorCtr="0" anchor="ctr" bIns="18000" lIns="91425" spcFirstLastPara="1" rIns="91425" wrap="square" tIns="18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68" name="Google Shape;2768;p75"/>
            <p:cNvSpPr/>
            <p:nvPr/>
          </p:nvSpPr>
          <p:spPr>
            <a:xfrm flipH="1">
              <a:off x="4440955" y="4310280"/>
              <a:ext cx="141125" cy="448199"/>
            </a:xfrm>
            <a:custGeom>
              <a:rect b="b" l="l" r="r" t="t"/>
              <a:pathLst>
                <a:path extrusionOk="0" h="18611" w="5868">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82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769" name="Google Shape;2769;p75"/>
          <p:cNvGrpSpPr/>
          <p:nvPr/>
        </p:nvGrpSpPr>
        <p:grpSpPr>
          <a:xfrm>
            <a:off x="6564694" y="4612145"/>
            <a:ext cx="574211" cy="531366"/>
            <a:chOff x="3907069" y="1273320"/>
            <a:chExt cx="574211" cy="531366"/>
          </a:xfrm>
        </p:grpSpPr>
        <p:sp>
          <p:nvSpPr>
            <p:cNvPr id="2770" name="Google Shape;2770;p75"/>
            <p:cNvSpPr/>
            <p:nvPr/>
          </p:nvSpPr>
          <p:spPr>
            <a:xfrm flipH="1">
              <a:off x="3907069" y="1273320"/>
              <a:ext cx="574211" cy="531366"/>
            </a:xfrm>
            <a:custGeom>
              <a:rect b="b" l="l" r="r" t="t"/>
              <a:pathLst>
                <a:path extrusionOk="0" h="20522" w="22181">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71" name="Google Shape;2771;p75"/>
            <p:cNvSpPr/>
            <p:nvPr/>
          </p:nvSpPr>
          <p:spPr>
            <a:xfrm flipH="1">
              <a:off x="3966105" y="1426320"/>
              <a:ext cx="435615" cy="336253"/>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72" name="Google Shape;2772;p75"/>
            <p:cNvSpPr/>
            <p:nvPr/>
          </p:nvSpPr>
          <p:spPr>
            <a:xfrm flipH="1">
              <a:off x="4015431" y="1339560"/>
              <a:ext cx="393129" cy="327598"/>
            </a:xfrm>
            <a:custGeom>
              <a:rect b="b" l="l" r="r" t="t"/>
              <a:pathLst>
                <a:path extrusionOk="0" h="12662" w="15189">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73" name="Google Shape;2773;p75"/>
            <p:cNvSpPr/>
            <p:nvPr/>
          </p:nvSpPr>
          <p:spPr>
            <a:xfrm flipH="1">
              <a:off x="4136039" y="1445040"/>
              <a:ext cx="82441" cy="124554"/>
            </a:xfrm>
            <a:custGeom>
              <a:rect b="b" l="l" r="r" t="t"/>
              <a:pathLst>
                <a:path extrusionOk="0" h="4823" w="3192">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anchorCtr="0" anchor="ctr" bIns="62275" lIns="91425" spcFirstLastPara="1" rIns="91425" wrap="square" tIns="6227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74" name="Google Shape;2774;p75"/>
            <p:cNvSpPr/>
            <p:nvPr/>
          </p:nvSpPr>
          <p:spPr>
            <a:xfrm flipH="1">
              <a:off x="4176719" y="1548000"/>
              <a:ext cx="41761" cy="141118"/>
            </a:xfrm>
            <a:custGeom>
              <a:rect b="b" l="l" r="r" t="t"/>
              <a:pathLst>
                <a:path extrusionOk="0" h="5457" w="1627">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anchorCtr="0" anchor="ctr" bIns="70550" lIns="91425" spcFirstLastPara="1" rIns="91425" wrap="square" tIns="705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75" name="Google Shape;2775;p75"/>
            <p:cNvSpPr/>
            <p:nvPr/>
          </p:nvSpPr>
          <p:spPr>
            <a:xfrm flipH="1">
              <a:off x="4201560" y="1554840"/>
              <a:ext cx="9000" cy="7560"/>
            </a:xfrm>
            <a:custGeom>
              <a:rect b="b" l="l" r="r" t="t"/>
              <a:pathLst>
                <a:path extrusionOk="0" h="312" w="355">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anchorCtr="0" anchor="ctr" bIns="3950" lIns="91425" spcFirstLastPara="1" rIns="91425" wrap="square" tIns="3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76" name="Google Shape;2776;p75"/>
            <p:cNvSpPr/>
            <p:nvPr/>
          </p:nvSpPr>
          <p:spPr>
            <a:xfrm flipH="1">
              <a:off x="3966105" y="1426320"/>
              <a:ext cx="435615" cy="336253"/>
            </a:xfrm>
            <a:custGeom>
              <a:rect b="b" l="l" r="r" t="t"/>
              <a:pathLst>
                <a:path extrusionOk="0" h="12989" w="16824">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2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77" name="Google Shape;2777;p75"/>
            <p:cNvSpPr/>
            <p:nvPr/>
          </p:nvSpPr>
          <p:spPr>
            <a:xfrm flipH="1">
              <a:off x="3985907" y="1358640"/>
              <a:ext cx="403573" cy="384836"/>
            </a:xfrm>
            <a:custGeom>
              <a:rect b="b" l="l" r="r" t="t"/>
              <a:pathLst>
                <a:path extrusionOk="0" h="14870" w="15588">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2778" name="Google Shape;2778;p75"/>
          <p:cNvGrpSpPr/>
          <p:nvPr/>
        </p:nvGrpSpPr>
        <p:grpSpPr>
          <a:xfrm>
            <a:off x="625320" y="3225600"/>
            <a:ext cx="697692" cy="665299"/>
            <a:chOff x="625320" y="3225600"/>
            <a:chExt cx="697692" cy="665299"/>
          </a:xfrm>
        </p:grpSpPr>
        <p:sp>
          <p:nvSpPr>
            <p:cNvPr id="2779" name="Google Shape;2779;p75"/>
            <p:cNvSpPr/>
            <p:nvPr/>
          </p:nvSpPr>
          <p:spPr>
            <a:xfrm>
              <a:off x="625320" y="3225600"/>
              <a:ext cx="697692" cy="665299"/>
            </a:xfrm>
            <a:custGeom>
              <a:rect b="b" l="l" r="r" t="t"/>
              <a:pathLst>
                <a:path extrusionOk="0" h="27144" w="28454">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80" name="Google Shape;2780;p75"/>
            <p:cNvSpPr/>
            <p:nvPr/>
          </p:nvSpPr>
          <p:spPr>
            <a:xfrm>
              <a:off x="650520" y="3260520"/>
              <a:ext cx="646542" cy="594331"/>
            </a:xfrm>
            <a:custGeom>
              <a:rect b="b" l="l" r="r" t="t"/>
              <a:pathLst>
                <a:path extrusionOk="0" h="24251" w="26376">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81" name="Google Shape;2781;p75"/>
            <p:cNvSpPr/>
            <p:nvPr/>
          </p:nvSpPr>
          <p:spPr>
            <a:xfrm>
              <a:off x="833040" y="3314520"/>
              <a:ext cx="279716" cy="481303"/>
            </a:xfrm>
            <a:custGeom>
              <a:rect b="b" l="l" r="r" t="t"/>
              <a:pathLst>
                <a:path extrusionOk="0" h="19637" w="11417">
                  <a:moveTo>
                    <a:pt x="0" y="1"/>
                  </a:moveTo>
                  <a:lnTo>
                    <a:pt x="2992" y="17882"/>
                  </a:lnTo>
                  <a:lnTo>
                    <a:pt x="11417" y="19637"/>
                  </a:lnTo>
                  <a:lnTo>
                    <a:pt x="8399" y="1599"/>
                  </a:lnTo>
                  <a:lnTo>
                    <a:pt x="0" y="1"/>
                  </a:lnTo>
                  <a:close/>
                </a:path>
              </a:pathLst>
            </a:custGeom>
            <a:solidFill>
              <a:srgbClr val="963500">
                <a:alpha val="302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82" name="Google Shape;2782;p75"/>
            <p:cNvSpPr/>
            <p:nvPr/>
          </p:nvSpPr>
          <p:spPr>
            <a:xfrm>
              <a:off x="650520" y="3327480"/>
              <a:ext cx="635765" cy="527406"/>
            </a:xfrm>
            <a:custGeom>
              <a:rect b="b" l="l" r="r" t="t"/>
              <a:pathLst>
                <a:path extrusionOk="0" h="21518" w="25939">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83" name="Google Shape;2783;p75"/>
            <p:cNvSpPr/>
            <p:nvPr/>
          </p:nvSpPr>
          <p:spPr>
            <a:xfrm>
              <a:off x="806040" y="3420360"/>
              <a:ext cx="29521" cy="50759"/>
            </a:xfrm>
            <a:custGeom>
              <a:rect b="b" l="l" r="r" t="t"/>
              <a:pathLst>
                <a:path extrusionOk="0" h="2091" w="1219">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anchorCtr="0" anchor="ctr" bIns="25550" lIns="91425" spcFirstLastPara="1" rIns="91425" wrap="square" tIns="255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84" name="Google Shape;2784;p75"/>
            <p:cNvSpPr/>
            <p:nvPr/>
          </p:nvSpPr>
          <p:spPr>
            <a:xfrm>
              <a:off x="820800" y="3476880"/>
              <a:ext cx="13319" cy="4320"/>
            </a:xfrm>
            <a:custGeom>
              <a:rect b="b" l="l" r="r" t="t"/>
              <a:pathLst>
                <a:path extrusionOk="0" h="193" w="562">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anchorCtr="0" anchor="ctr" bIns="2150" lIns="91425" spcFirstLastPara="1" rIns="91425" wrap="square" tIns="21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85" name="Google Shape;2785;p75"/>
            <p:cNvSpPr/>
            <p:nvPr/>
          </p:nvSpPr>
          <p:spPr>
            <a:xfrm>
              <a:off x="1131480" y="3568680"/>
              <a:ext cx="29521" cy="51118"/>
            </a:xfrm>
            <a:custGeom>
              <a:rect b="b" l="l" r="r" t="t"/>
              <a:pathLst>
                <a:path extrusionOk="0" h="2092" w="122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anchorCtr="0" anchor="ctr" bIns="25550" lIns="91425" spcFirstLastPara="1" rIns="91425" wrap="square" tIns="255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86" name="Google Shape;2786;p75"/>
            <p:cNvSpPr/>
            <p:nvPr/>
          </p:nvSpPr>
          <p:spPr>
            <a:xfrm>
              <a:off x="1146240" y="3625200"/>
              <a:ext cx="13319" cy="4320"/>
            </a:xfrm>
            <a:custGeom>
              <a:rect b="b" l="l" r="r" t="t"/>
              <a:pathLst>
                <a:path extrusionOk="0" h="193" w="562">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anchorCtr="0" anchor="ctr" bIns="2150" lIns="91425" spcFirstLastPara="1" rIns="91425" wrap="square" tIns="21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87" name="Google Shape;2787;p75"/>
            <p:cNvSpPr/>
            <p:nvPr/>
          </p:nvSpPr>
          <p:spPr>
            <a:xfrm>
              <a:off x="757800" y="3730680"/>
              <a:ext cx="29521" cy="51118"/>
            </a:xfrm>
            <a:custGeom>
              <a:rect b="b" l="l" r="r" t="t"/>
              <a:pathLst>
                <a:path extrusionOk="0" h="2092" w="122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anchorCtr="0" anchor="ctr" bIns="25550" lIns="91425" spcFirstLastPara="1" rIns="91425" wrap="square" tIns="255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88" name="Google Shape;2788;p75"/>
            <p:cNvSpPr/>
            <p:nvPr/>
          </p:nvSpPr>
          <p:spPr>
            <a:xfrm>
              <a:off x="772560" y="3786840"/>
              <a:ext cx="13319" cy="4320"/>
            </a:xfrm>
            <a:custGeom>
              <a:rect b="b" l="l" r="r" t="t"/>
              <a:pathLst>
                <a:path extrusionOk="0" h="193" w="562">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anchorCtr="0" anchor="ctr" bIns="2150" lIns="91425" spcFirstLastPara="1" rIns="91425" wrap="square" tIns="21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2789" name="Google Shape;2789;p75"/>
          <p:cNvSpPr/>
          <p:nvPr/>
        </p:nvSpPr>
        <p:spPr>
          <a:xfrm flipH="1" rot="673799">
            <a:off x="6822351" y="-717121"/>
            <a:ext cx="3358443" cy="1831320"/>
          </a:xfrm>
          <a:custGeom>
            <a:rect b="b" l="l" r="r" t="t"/>
            <a:pathLst>
              <a:path extrusionOk="0" fill="none" h="12439" w="22813">
                <a:moveTo>
                  <a:pt x="22812" y="0"/>
                </a:moveTo>
                <a:cubicBezTo>
                  <a:pt x="22812" y="0"/>
                  <a:pt x="20999" y="9660"/>
                  <a:pt x="12792" y="11049"/>
                </a:cubicBezTo>
                <a:cubicBezTo>
                  <a:pt x="4584" y="12439"/>
                  <a:pt x="0" y="710"/>
                  <a:pt x="0" y="710"/>
                </a:cubicBezTo>
              </a:path>
            </a:pathLst>
          </a:custGeom>
          <a:noFill/>
          <a:ln cap="flat" cmpd="sng" w="19050">
            <a:solidFill>
              <a:srgbClr val="692300"/>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790" name="Google Shape;2790;p75"/>
          <p:cNvGrpSpPr/>
          <p:nvPr/>
        </p:nvGrpSpPr>
        <p:grpSpPr>
          <a:xfrm>
            <a:off x="7641222" y="223291"/>
            <a:ext cx="1128174" cy="1153603"/>
            <a:chOff x="7641222" y="223291"/>
            <a:chExt cx="1128174" cy="1153603"/>
          </a:xfrm>
        </p:grpSpPr>
        <p:sp>
          <p:nvSpPr>
            <p:cNvPr id="2791" name="Google Shape;2791;p75"/>
            <p:cNvSpPr/>
            <p:nvPr/>
          </p:nvSpPr>
          <p:spPr>
            <a:xfrm flipH="1" rot="3737419">
              <a:off x="7767729" y="392762"/>
              <a:ext cx="875160" cy="814661"/>
            </a:xfrm>
            <a:custGeom>
              <a:rect b="b" l="l" r="r" t="t"/>
              <a:pathLst>
                <a:path extrusionOk="0" h="23215" w="24939">
                  <a:moveTo>
                    <a:pt x="1718" y="22620"/>
                  </a:moveTo>
                  <a:lnTo>
                    <a:pt x="1718" y="22620"/>
                  </a:lnTo>
                  <a:cubicBezTo>
                    <a:pt x="1735" y="22639"/>
                    <a:pt x="1756" y="22658"/>
                    <a:pt x="1776" y="22676"/>
                  </a:cubicBezTo>
                  <a:cubicBezTo>
                    <a:pt x="1755" y="22659"/>
                    <a:pt x="1735" y="22639"/>
                    <a:pt x="1718" y="22620"/>
                  </a:cubicBezTo>
                  <a:close/>
                  <a:moveTo>
                    <a:pt x="18955" y="0"/>
                  </a:moveTo>
                  <a:cubicBezTo>
                    <a:pt x="18718" y="0"/>
                    <a:pt x="18489" y="152"/>
                    <a:pt x="18418" y="406"/>
                  </a:cubicBezTo>
                  <a:lnTo>
                    <a:pt x="15061" y="12210"/>
                  </a:lnTo>
                  <a:lnTo>
                    <a:pt x="15053" y="12239"/>
                  </a:lnTo>
                  <a:lnTo>
                    <a:pt x="6768" y="6556"/>
                  </a:lnTo>
                  <a:lnTo>
                    <a:pt x="6732" y="2813"/>
                  </a:lnTo>
                  <a:cubicBezTo>
                    <a:pt x="6731" y="2717"/>
                    <a:pt x="6699" y="2627"/>
                    <a:pt x="6645" y="2550"/>
                  </a:cubicBezTo>
                  <a:cubicBezTo>
                    <a:pt x="6611" y="2499"/>
                    <a:pt x="6570" y="2454"/>
                    <a:pt x="6516" y="2419"/>
                  </a:cubicBezTo>
                  <a:lnTo>
                    <a:pt x="5737" y="1912"/>
                  </a:lnTo>
                  <a:cubicBezTo>
                    <a:pt x="5660" y="1862"/>
                    <a:pt x="5576" y="1839"/>
                    <a:pt x="5493" y="1839"/>
                  </a:cubicBezTo>
                  <a:cubicBezTo>
                    <a:pt x="5293" y="1839"/>
                    <a:pt x="5102" y="1973"/>
                    <a:pt x="5051" y="2187"/>
                  </a:cubicBezTo>
                  <a:lnTo>
                    <a:pt x="4386" y="4996"/>
                  </a:lnTo>
                  <a:cubicBezTo>
                    <a:pt x="4386" y="4996"/>
                    <a:pt x="4384" y="4996"/>
                    <a:pt x="4380" y="4996"/>
                  </a:cubicBezTo>
                  <a:cubicBezTo>
                    <a:pt x="4326" y="4996"/>
                    <a:pt x="3910" y="4999"/>
                    <a:pt x="3516" y="5110"/>
                  </a:cubicBezTo>
                  <a:cubicBezTo>
                    <a:pt x="3135" y="5216"/>
                    <a:pt x="2870" y="5550"/>
                    <a:pt x="2850" y="5945"/>
                  </a:cubicBezTo>
                  <a:cubicBezTo>
                    <a:pt x="2827" y="6382"/>
                    <a:pt x="2931" y="6819"/>
                    <a:pt x="2931" y="6819"/>
                  </a:cubicBezTo>
                  <a:lnTo>
                    <a:pt x="340" y="8089"/>
                  </a:lnTo>
                  <a:cubicBezTo>
                    <a:pt x="60" y="8226"/>
                    <a:pt x="1" y="8600"/>
                    <a:pt x="224" y="8816"/>
                  </a:cubicBezTo>
                  <a:lnTo>
                    <a:pt x="891" y="9464"/>
                  </a:lnTo>
                  <a:cubicBezTo>
                    <a:pt x="936" y="9508"/>
                    <a:pt x="989" y="9539"/>
                    <a:pt x="1045" y="9561"/>
                  </a:cubicBezTo>
                  <a:cubicBezTo>
                    <a:pt x="1103" y="9585"/>
                    <a:pt x="1165" y="9598"/>
                    <a:pt x="1228" y="9598"/>
                  </a:cubicBezTo>
                  <a:cubicBezTo>
                    <a:pt x="1259" y="9598"/>
                    <a:pt x="1290" y="9595"/>
                    <a:pt x="1321" y="9588"/>
                  </a:cubicBezTo>
                  <a:lnTo>
                    <a:pt x="4978" y="8795"/>
                  </a:lnTo>
                  <a:lnTo>
                    <a:pt x="12326" y="15628"/>
                  </a:lnTo>
                  <a:lnTo>
                    <a:pt x="1557" y="21514"/>
                  </a:lnTo>
                  <a:cubicBezTo>
                    <a:pt x="1215" y="21703"/>
                    <a:pt x="1165" y="22175"/>
                    <a:pt x="1463" y="22428"/>
                  </a:cubicBezTo>
                  <a:lnTo>
                    <a:pt x="2176" y="23031"/>
                  </a:lnTo>
                  <a:cubicBezTo>
                    <a:pt x="2198" y="23051"/>
                    <a:pt x="2226" y="23063"/>
                    <a:pt x="2251" y="23080"/>
                  </a:cubicBezTo>
                  <a:cubicBezTo>
                    <a:pt x="2383" y="23167"/>
                    <a:pt x="2535" y="23215"/>
                    <a:pt x="2689" y="23215"/>
                  </a:cubicBezTo>
                  <a:cubicBezTo>
                    <a:pt x="2772" y="23215"/>
                    <a:pt x="2856" y="23201"/>
                    <a:pt x="2938" y="23172"/>
                  </a:cubicBezTo>
                  <a:lnTo>
                    <a:pt x="8602" y="21172"/>
                  </a:lnTo>
                  <a:cubicBezTo>
                    <a:pt x="8606" y="21194"/>
                    <a:pt x="8957" y="22055"/>
                    <a:pt x="8957" y="22055"/>
                  </a:cubicBezTo>
                  <a:lnTo>
                    <a:pt x="10076" y="21594"/>
                  </a:lnTo>
                  <a:cubicBezTo>
                    <a:pt x="10076" y="21594"/>
                    <a:pt x="9737" y="20775"/>
                    <a:pt x="9736" y="20772"/>
                  </a:cubicBezTo>
                  <a:lnTo>
                    <a:pt x="12435" y="19819"/>
                  </a:lnTo>
                  <a:cubicBezTo>
                    <a:pt x="12439" y="19843"/>
                    <a:pt x="12790" y="20704"/>
                    <a:pt x="12790" y="20704"/>
                  </a:cubicBezTo>
                  <a:lnTo>
                    <a:pt x="13910" y="20243"/>
                  </a:lnTo>
                  <a:cubicBezTo>
                    <a:pt x="13910" y="20243"/>
                    <a:pt x="13569" y="19422"/>
                    <a:pt x="13568" y="19419"/>
                  </a:cubicBezTo>
                  <a:lnTo>
                    <a:pt x="16118" y="18518"/>
                  </a:lnTo>
                  <a:lnTo>
                    <a:pt x="21310" y="22503"/>
                  </a:lnTo>
                  <a:cubicBezTo>
                    <a:pt x="21785" y="22867"/>
                    <a:pt x="22365" y="23066"/>
                    <a:pt x="22963" y="23074"/>
                  </a:cubicBezTo>
                  <a:lnTo>
                    <a:pt x="23030" y="23074"/>
                  </a:lnTo>
                  <a:cubicBezTo>
                    <a:pt x="23036" y="23074"/>
                    <a:pt x="23041" y="23074"/>
                    <a:pt x="23047" y="23074"/>
                  </a:cubicBezTo>
                  <a:cubicBezTo>
                    <a:pt x="24133" y="23074"/>
                    <a:pt x="24938" y="22057"/>
                    <a:pt x="24685" y="20998"/>
                  </a:cubicBezTo>
                  <a:cubicBezTo>
                    <a:pt x="24537" y="20374"/>
                    <a:pt x="24189" y="19816"/>
                    <a:pt x="23698" y="19407"/>
                  </a:cubicBezTo>
                  <a:lnTo>
                    <a:pt x="18714" y="15267"/>
                  </a:lnTo>
                  <a:lnTo>
                    <a:pt x="19198" y="11132"/>
                  </a:lnTo>
                  <a:lnTo>
                    <a:pt x="20067" y="11278"/>
                  </a:lnTo>
                  <a:lnTo>
                    <a:pt x="20270" y="10084"/>
                  </a:lnTo>
                  <a:cubicBezTo>
                    <a:pt x="20270" y="10084"/>
                    <a:pt x="19359" y="9935"/>
                    <a:pt x="19339" y="9935"/>
                  </a:cubicBezTo>
                  <a:lnTo>
                    <a:pt x="19670" y="7094"/>
                  </a:lnTo>
                  <a:lnTo>
                    <a:pt x="20538" y="7241"/>
                  </a:lnTo>
                  <a:lnTo>
                    <a:pt x="20741" y="6047"/>
                  </a:lnTo>
                  <a:cubicBezTo>
                    <a:pt x="20741" y="6047"/>
                    <a:pt x="19832" y="5898"/>
                    <a:pt x="19812" y="5898"/>
                  </a:cubicBezTo>
                  <a:lnTo>
                    <a:pt x="20340" y="1384"/>
                  </a:lnTo>
                  <a:cubicBezTo>
                    <a:pt x="20368" y="1139"/>
                    <a:pt x="20275" y="902"/>
                    <a:pt x="20099" y="736"/>
                  </a:cubicBezTo>
                  <a:cubicBezTo>
                    <a:pt x="20078" y="715"/>
                    <a:pt x="20058" y="690"/>
                    <a:pt x="20035" y="673"/>
                  </a:cubicBezTo>
                  <a:lnTo>
                    <a:pt x="19289" y="112"/>
                  </a:lnTo>
                  <a:cubicBezTo>
                    <a:pt x="19187" y="36"/>
                    <a:pt x="19070" y="0"/>
                    <a:pt x="1895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92" name="Google Shape;2792;p75"/>
            <p:cNvSpPr/>
            <p:nvPr/>
          </p:nvSpPr>
          <p:spPr>
            <a:xfrm flipH="1" rot="3737386">
              <a:off x="7764843" y="913681"/>
              <a:ext cx="524515" cy="261356"/>
            </a:xfrm>
            <a:custGeom>
              <a:rect b="b" l="l" r="r" t="t"/>
              <a:pathLst>
                <a:path extrusionOk="0" h="7452" w="14954">
                  <a:moveTo>
                    <a:pt x="11162" y="0"/>
                  </a:moveTo>
                  <a:lnTo>
                    <a:pt x="10726" y="238"/>
                  </a:lnTo>
                  <a:lnTo>
                    <a:pt x="393" y="5886"/>
                  </a:lnTo>
                  <a:cubicBezTo>
                    <a:pt x="51" y="6074"/>
                    <a:pt x="1" y="6547"/>
                    <a:pt x="299" y="6799"/>
                  </a:cubicBezTo>
                  <a:lnTo>
                    <a:pt x="1012" y="7402"/>
                  </a:lnTo>
                  <a:cubicBezTo>
                    <a:pt x="1034" y="7422"/>
                    <a:pt x="1062" y="7434"/>
                    <a:pt x="1087" y="7451"/>
                  </a:cubicBezTo>
                  <a:lnTo>
                    <a:pt x="612" y="7048"/>
                  </a:lnTo>
                  <a:cubicBezTo>
                    <a:pt x="313" y="6793"/>
                    <a:pt x="361" y="6320"/>
                    <a:pt x="705" y="6133"/>
                  </a:cubicBezTo>
                  <a:lnTo>
                    <a:pt x="11041" y="486"/>
                  </a:lnTo>
                  <a:lnTo>
                    <a:pt x="14365" y="3096"/>
                  </a:lnTo>
                  <a:lnTo>
                    <a:pt x="14954" y="2888"/>
                  </a:lnTo>
                  <a:lnTo>
                    <a:pt x="1116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93" name="Google Shape;2793;p75"/>
            <p:cNvSpPr/>
            <p:nvPr/>
          </p:nvSpPr>
          <p:spPr>
            <a:xfrm flipH="1" rot="3737516">
              <a:off x="8157245" y="307803"/>
              <a:ext cx="176758" cy="536042"/>
            </a:xfrm>
            <a:custGeom>
              <a:rect b="b" l="l" r="r" t="t"/>
              <a:pathLst>
                <a:path extrusionOk="0" h="15269" w="5046">
                  <a:moveTo>
                    <a:pt x="3903" y="0"/>
                  </a:moveTo>
                  <a:cubicBezTo>
                    <a:pt x="3666" y="0"/>
                    <a:pt x="3437" y="152"/>
                    <a:pt x="3365" y="406"/>
                  </a:cubicBezTo>
                  <a:lnTo>
                    <a:pt x="8" y="12210"/>
                  </a:lnTo>
                  <a:lnTo>
                    <a:pt x="0" y="12239"/>
                  </a:lnTo>
                  <a:lnTo>
                    <a:pt x="3663" y="15269"/>
                  </a:lnTo>
                  <a:lnTo>
                    <a:pt x="3740" y="14604"/>
                  </a:lnTo>
                  <a:lnTo>
                    <a:pt x="455" y="11981"/>
                  </a:lnTo>
                  <a:lnTo>
                    <a:pt x="3676" y="654"/>
                  </a:lnTo>
                  <a:cubicBezTo>
                    <a:pt x="3748" y="401"/>
                    <a:pt x="3976" y="249"/>
                    <a:pt x="4214" y="249"/>
                  </a:cubicBezTo>
                  <a:cubicBezTo>
                    <a:pt x="4328" y="249"/>
                    <a:pt x="4445" y="284"/>
                    <a:pt x="4547" y="361"/>
                  </a:cubicBezTo>
                  <a:lnTo>
                    <a:pt x="5046" y="737"/>
                  </a:lnTo>
                  <a:cubicBezTo>
                    <a:pt x="5024" y="716"/>
                    <a:pt x="5006" y="691"/>
                    <a:pt x="4982" y="673"/>
                  </a:cubicBezTo>
                  <a:lnTo>
                    <a:pt x="4235" y="112"/>
                  </a:lnTo>
                  <a:cubicBezTo>
                    <a:pt x="4134" y="36"/>
                    <a:pt x="4017" y="0"/>
                    <a:pt x="390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794" name="Google Shape;2794;p75"/>
            <p:cNvSpPr/>
            <p:nvPr/>
          </p:nvSpPr>
          <p:spPr>
            <a:xfrm flipH="1" rot="3737356">
              <a:off x="7681680" y="592201"/>
              <a:ext cx="53280" cy="59760"/>
            </a:xfrm>
            <a:custGeom>
              <a:rect b="b" l="l" r="r" t="t"/>
              <a:pathLst>
                <a:path extrusionOk="0" h="1708" w="1527">
                  <a:moveTo>
                    <a:pt x="1010" y="0"/>
                  </a:moveTo>
                  <a:cubicBezTo>
                    <a:pt x="979" y="257"/>
                    <a:pt x="892" y="533"/>
                    <a:pt x="694" y="783"/>
                  </a:cubicBezTo>
                  <a:cubicBezTo>
                    <a:pt x="496" y="1031"/>
                    <a:pt x="245" y="1177"/>
                    <a:pt x="1" y="1265"/>
                  </a:cubicBezTo>
                  <a:lnTo>
                    <a:pt x="254" y="1707"/>
                  </a:lnTo>
                  <a:cubicBezTo>
                    <a:pt x="414" y="1691"/>
                    <a:pt x="571" y="1655"/>
                    <a:pt x="720" y="1592"/>
                  </a:cubicBezTo>
                  <a:cubicBezTo>
                    <a:pt x="908" y="1511"/>
                    <a:pt x="1083" y="1372"/>
                    <a:pt x="1221" y="1203"/>
                  </a:cubicBezTo>
                  <a:cubicBezTo>
                    <a:pt x="1382" y="1005"/>
                    <a:pt x="1493" y="764"/>
                    <a:pt x="1515" y="520"/>
                  </a:cubicBezTo>
                  <a:cubicBezTo>
                    <a:pt x="1527" y="398"/>
                    <a:pt x="1517" y="274"/>
                    <a:pt x="1501" y="152"/>
                  </a:cubicBezTo>
                  <a:lnTo>
                    <a:pt x="1010" y="0"/>
                  </a:lnTo>
                  <a:close/>
                </a:path>
              </a:pathLst>
            </a:custGeom>
            <a:solidFill>
              <a:schemeClr val="accent4"/>
            </a:solidFill>
            <a:ln>
              <a:noFill/>
            </a:ln>
          </p:spPr>
          <p:txBody>
            <a:bodyPr anchorCtr="0" anchor="ctr" bIns="29875" lIns="91425" spcFirstLastPara="1" rIns="91425" wrap="square" tIns="298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95" name="Google Shape;2795;p75"/>
            <p:cNvSpPr/>
            <p:nvPr/>
          </p:nvSpPr>
          <p:spPr>
            <a:xfrm flipH="1" rot="3737280">
              <a:off x="7687800" y="659881"/>
              <a:ext cx="37079" cy="14760"/>
            </a:xfrm>
            <a:custGeom>
              <a:rect b="b" l="l" r="r" t="t"/>
              <a:pathLst>
                <a:path extrusionOk="0" h="433" w="1069">
                  <a:moveTo>
                    <a:pt x="821" y="0"/>
                  </a:moveTo>
                  <a:cubicBezTo>
                    <a:pt x="561" y="82"/>
                    <a:pt x="316" y="99"/>
                    <a:pt x="162" y="99"/>
                  </a:cubicBezTo>
                  <a:cubicBezTo>
                    <a:pt x="62" y="99"/>
                    <a:pt x="0" y="92"/>
                    <a:pt x="0" y="92"/>
                  </a:cubicBezTo>
                  <a:lnTo>
                    <a:pt x="0" y="92"/>
                  </a:lnTo>
                  <a:lnTo>
                    <a:pt x="351" y="371"/>
                  </a:lnTo>
                  <a:cubicBezTo>
                    <a:pt x="401" y="412"/>
                    <a:pt x="567" y="408"/>
                    <a:pt x="635" y="416"/>
                  </a:cubicBezTo>
                  <a:cubicBezTo>
                    <a:pt x="731" y="426"/>
                    <a:pt x="829" y="432"/>
                    <a:pt x="925" y="432"/>
                  </a:cubicBezTo>
                  <a:cubicBezTo>
                    <a:pt x="939" y="432"/>
                    <a:pt x="953" y="432"/>
                    <a:pt x="967" y="432"/>
                  </a:cubicBezTo>
                  <a:cubicBezTo>
                    <a:pt x="1001" y="430"/>
                    <a:pt x="1034" y="428"/>
                    <a:pt x="1069" y="424"/>
                  </a:cubicBezTo>
                  <a:lnTo>
                    <a:pt x="821" y="0"/>
                  </a:lnTo>
                  <a:close/>
                </a:path>
              </a:pathLst>
            </a:custGeom>
            <a:solidFill>
              <a:schemeClr val="accent4"/>
            </a:solidFill>
            <a:ln>
              <a:noFill/>
            </a:ln>
          </p:spPr>
          <p:txBody>
            <a:bodyPr anchorCtr="0" anchor="ctr" bIns="7550" lIns="91425" spcFirstLastPara="1" rIns="91425" wrap="square" tIns="7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96" name="Google Shape;2796;p75"/>
            <p:cNvSpPr/>
            <p:nvPr/>
          </p:nvSpPr>
          <p:spPr>
            <a:xfrm flipH="1" rot="3737365">
              <a:off x="7730280" y="570600"/>
              <a:ext cx="19440" cy="33840"/>
            </a:xfrm>
            <a:custGeom>
              <a:rect b="b" l="l" r="r" t="t"/>
              <a:pathLst>
                <a:path extrusionOk="0" h="970" w="568">
                  <a:moveTo>
                    <a:pt x="0" y="0"/>
                  </a:moveTo>
                  <a:cubicBezTo>
                    <a:pt x="0" y="0"/>
                    <a:pt x="131" y="370"/>
                    <a:pt x="94" y="821"/>
                  </a:cubicBezTo>
                  <a:lnTo>
                    <a:pt x="568" y="970"/>
                  </a:lnTo>
                  <a:cubicBezTo>
                    <a:pt x="527" y="732"/>
                    <a:pt x="449" y="497"/>
                    <a:pt x="351" y="280"/>
                  </a:cubicBezTo>
                  <a:lnTo>
                    <a:pt x="0" y="0"/>
                  </a:lnTo>
                  <a:close/>
                </a:path>
              </a:pathLst>
            </a:custGeom>
            <a:solidFill>
              <a:schemeClr val="accent4"/>
            </a:solidFill>
            <a:ln>
              <a:noFill/>
            </a:ln>
          </p:spPr>
          <p:txBody>
            <a:bodyPr anchorCtr="0" anchor="ctr" bIns="16900" lIns="91425" spcFirstLastPara="1" rIns="91425" wrap="square" tIns="16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97" name="Google Shape;2797;p75"/>
            <p:cNvSpPr/>
            <p:nvPr/>
          </p:nvSpPr>
          <p:spPr>
            <a:xfrm flipH="1" rot="3737439">
              <a:off x="8419318" y="849600"/>
              <a:ext cx="236884" cy="270724"/>
            </a:xfrm>
            <a:custGeom>
              <a:rect b="b" l="l" r="r" t="t"/>
              <a:pathLst>
                <a:path extrusionOk="0" h="7727" w="6770">
                  <a:moveTo>
                    <a:pt x="5494" y="1"/>
                  </a:moveTo>
                  <a:cubicBezTo>
                    <a:pt x="5295" y="1"/>
                    <a:pt x="5104" y="135"/>
                    <a:pt x="5054" y="349"/>
                  </a:cubicBezTo>
                  <a:lnTo>
                    <a:pt x="4468" y="2820"/>
                  </a:lnTo>
                  <a:lnTo>
                    <a:pt x="4388" y="3159"/>
                  </a:lnTo>
                  <a:cubicBezTo>
                    <a:pt x="4388" y="3159"/>
                    <a:pt x="4386" y="3159"/>
                    <a:pt x="4382" y="3159"/>
                  </a:cubicBezTo>
                  <a:cubicBezTo>
                    <a:pt x="4328" y="3159"/>
                    <a:pt x="3912" y="3162"/>
                    <a:pt x="3518" y="3273"/>
                  </a:cubicBezTo>
                  <a:cubicBezTo>
                    <a:pt x="3136" y="3379"/>
                    <a:pt x="2872" y="3713"/>
                    <a:pt x="2852" y="4108"/>
                  </a:cubicBezTo>
                  <a:cubicBezTo>
                    <a:pt x="2829" y="4546"/>
                    <a:pt x="2933" y="4982"/>
                    <a:pt x="2933" y="4982"/>
                  </a:cubicBezTo>
                  <a:lnTo>
                    <a:pt x="2621" y="5136"/>
                  </a:lnTo>
                  <a:lnTo>
                    <a:pt x="341" y="6253"/>
                  </a:lnTo>
                  <a:cubicBezTo>
                    <a:pt x="60" y="6391"/>
                    <a:pt x="1" y="6764"/>
                    <a:pt x="225" y="6981"/>
                  </a:cubicBezTo>
                  <a:lnTo>
                    <a:pt x="891" y="7628"/>
                  </a:lnTo>
                  <a:cubicBezTo>
                    <a:pt x="937" y="7673"/>
                    <a:pt x="990" y="7703"/>
                    <a:pt x="1046" y="7727"/>
                  </a:cubicBezTo>
                  <a:lnTo>
                    <a:pt x="535" y="7231"/>
                  </a:lnTo>
                  <a:cubicBezTo>
                    <a:pt x="311" y="7013"/>
                    <a:pt x="372" y="6640"/>
                    <a:pt x="651" y="6502"/>
                  </a:cubicBezTo>
                  <a:lnTo>
                    <a:pt x="2888" y="5407"/>
                  </a:lnTo>
                  <a:lnTo>
                    <a:pt x="4525" y="7060"/>
                  </a:lnTo>
                  <a:lnTo>
                    <a:pt x="4981" y="6961"/>
                  </a:lnTo>
                  <a:lnTo>
                    <a:pt x="3208" y="5248"/>
                  </a:lnTo>
                  <a:lnTo>
                    <a:pt x="3244" y="5229"/>
                  </a:lnTo>
                  <a:cubicBezTo>
                    <a:pt x="3244" y="5229"/>
                    <a:pt x="3141" y="4794"/>
                    <a:pt x="3162" y="4355"/>
                  </a:cubicBezTo>
                  <a:cubicBezTo>
                    <a:pt x="3182" y="3961"/>
                    <a:pt x="3449" y="3628"/>
                    <a:pt x="3828" y="3521"/>
                  </a:cubicBezTo>
                  <a:cubicBezTo>
                    <a:pt x="4230" y="3409"/>
                    <a:pt x="4653" y="3406"/>
                    <a:pt x="4695" y="3406"/>
                  </a:cubicBezTo>
                  <a:cubicBezTo>
                    <a:pt x="4697" y="3406"/>
                    <a:pt x="4698" y="3406"/>
                    <a:pt x="4698" y="3406"/>
                  </a:cubicBezTo>
                  <a:lnTo>
                    <a:pt x="4708" y="3368"/>
                  </a:lnTo>
                  <a:lnTo>
                    <a:pt x="6769" y="4720"/>
                  </a:lnTo>
                  <a:lnTo>
                    <a:pt x="6765" y="4252"/>
                  </a:lnTo>
                  <a:lnTo>
                    <a:pt x="4791" y="3021"/>
                  </a:lnTo>
                  <a:lnTo>
                    <a:pt x="5365" y="599"/>
                  </a:lnTo>
                  <a:cubicBezTo>
                    <a:pt x="5416" y="384"/>
                    <a:pt x="5606" y="251"/>
                    <a:pt x="5806" y="251"/>
                  </a:cubicBezTo>
                  <a:cubicBezTo>
                    <a:pt x="5889" y="251"/>
                    <a:pt x="5973" y="274"/>
                    <a:pt x="6050" y="324"/>
                  </a:cubicBezTo>
                  <a:lnTo>
                    <a:pt x="6648" y="712"/>
                  </a:lnTo>
                  <a:cubicBezTo>
                    <a:pt x="6613" y="661"/>
                    <a:pt x="6572" y="616"/>
                    <a:pt x="6519" y="581"/>
                  </a:cubicBezTo>
                  <a:lnTo>
                    <a:pt x="5738" y="74"/>
                  </a:lnTo>
                  <a:cubicBezTo>
                    <a:pt x="5662" y="24"/>
                    <a:pt x="5577" y="1"/>
                    <a:pt x="549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2798" name="Google Shape;2798;p75"/>
          <p:cNvSpPr/>
          <p:nvPr/>
        </p:nvSpPr>
        <p:spPr>
          <a:xfrm>
            <a:off x="1924375" y="1861875"/>
            <a:ext cx="52146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9600">
                <a:solidFill>
                  <a:schemeClr val="dk1"/>
                </a:solidFill>
                <a:latin typeface="Koulen"/>
                <a:ea typeface="Koulen"/>
                <a:cs typeface="Koulen"/>
                <a:sym typeface="Koulen"/>
              </a:rPr>
              <a:t>Thank you!</a:t>
            </a:r>
            <a:endParaRPr b="1" sz="9600">
              <a:solidFill>
                <a:schemeClr val="dk1"/>
              </a:solidFill>
              <a:latin typeface="Koulen"/>
              <a:ea typeface="Koulen"/>
              <a:cs typeface="Koulen"/>
              <a:sym typeface="Koulen"/>
            </a:endParaRPr>
          </a:p>
          <a:p>
            <a:pPr indent="0" lvl="0" marL="0" marR="0" rtl="0" algn="l">
              <a:lnSpc>
                <a:spcPct val="100000"/>
              </a:lnSpc>
              <a:spcBef>
                <a:spcPts val="0"/>
              </a:spcBef>
              <a:spcAft>
                <a:spcPts val="0"/>
              </a:spcAft>
              <a:buNone/>
            </a:pPr>
            <a:r>
              <a:t/>
            </a:r>
            <a:endParaRPr b="1" sz="3500">
              <a:solidFill>
                <a:schemeClr val="dk1"/>
              </a:solidFill>
              <a:latin typeface="Koulen"/>
              <a:ea typeface="Koulen"/>
              <a:cs typeface="Koulen"/>
              <a:sym typeface="Koule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avel Itinerary Blog Social Media Strategy by Slidesgo">
  <a:themeElements>
    <a:clrScheme name="Simple Light">
      <a:dk1>
        <a:srgbClr val="692300"/>
      </a:dk1>
      <a:lt1>
        <a:srgbClr val="963500"/>
      </a:lt1>
      <a:dk2>
        <a:srgbClr val="F44D00"/>
      </a:dk2>
      <a:lt2>
        <a:srgbClr val="FFA724"/>
      </a:lt2>
      <a:accent1>
        <a:srgbClr val="00CB9D"/>
      </a:accent1>
      <a:accent2>
        <a:srgbClr val="BBB2A0"/>
      </a:accent2>
      <a:accent3>
        <a:srgbClr val="FFE8C3"/>
      </a:accent3>
      <a:accent4>
        <a:srgbClr val="FFF2DF"/>
      </a:accent4>
      <a:accent5>
        <a:srgbClr val="FFFFFF"/>
      </a:accent5>
      <a:accent6>
        <a:srgbClr val="FFFFFF"/>
      </a:accent6>
      <a:hlink>
        <a:srgbClr val="6923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